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slideLayouts/slideLayout64.xml" ContentType="application/vnd.openxmlformats-officedocument.presentationml.slideLayout+xml"/>
  <Override PartName="/ppt/theme/theme3.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slideLayouts/slideLayout77.xml" ContentType="application/vnd.openxmlformats-officedocument.presentationml.slideLayout+xml"/>
  <Override PartName="/ppt/theme/theme5.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4" r:id="rId1"/>
    <p:sldMasterId id="2147483736" r:id="rId2"/>
    <p:sldMasterId id="2147483739" r:id="rId3"/>
    <p:sldMasterId id="2147483754" r:id="rId4"/>
    <p:sldMasterId id="2147483767" r:id="rId5"/>
    <p:sldMasterId id="2147483769" r:id="rId6"/>
  </p:sldMasterIdLst>
  <p:notesMasterIdLst>
    <p:notesMasterId r:id="rId27"/>
  </p:notesMasterIdLst>
  <p:sldIdLst>
    <p:sldId id="256" r:id="rId7"/>
    <p:sldId id="257" r:id="rId8"/>
    <p:sldId id="258" r:id="rId9"/>
    <p:sldId id="265" r:id="rId10"/>
    <p:sldId id="278" r:id="rId11"/>
    <p:sldId id="284" r:id="rId12"/>
    <p:sldId id="267" r:id="rId13"/>
    <p:sldId id="275" r:id="rId14"/>
    <p:sldId id="287" r:id="rId15"/>
    <p:sldId id="279" r:id="rId16"/>
    <p:sldId id="269" r:id="rId17"/>
    <p:sldId id="270" r:id="rId18"/>
    <p:sldId id="281" r:id="rId19"/>
    <p:sldId id="286" r:id="rId20"/>
    <p:sldId id="283" r:id="rId21"/>
    <p:sldId id="282" r:id="rId22"/>
    <p:sldId id="271" r:id="rId23"/>
    <p:sldId id="264" r:id="rId24"/>
    <p:sldId id="285" r:id="rId25"/>
    <p:sldId id="263" r:id="rId26"/>
  </p:sldIdLst>
  <p:sldSz cx="9144000" cy="5143500" type="screen16x9"/>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3072" autoAdjust="0"/>
  </p:normalViewPr>
  <p:slideViewPr>
    <p:cSldViewPr>
      <p:cViewPr>
        <p:scale>
          <a:sx n="100" d="100"/>
          <a:sy n="100" d="100"/>
        </p:scale>
        <p:origin x="1085" y="149"/>
      </p:cViewPr>
      <p:guideLst>
        <p:guide orient="horz" pos="1620"/>
        <p:guide pos="2880"/>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E0F0442C-2FB1-4A64-9ED0-5ED0E5F11296}" type="datetimeFigureOut">
              <a:rPr lang="en-IN" smtClean="0"/>
              <a:t>27-05-2026</a:t>
            </a:fld>
            <a:endParaRPr lang="en-IN" dirty="0"/>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2D2CDAEB-C914-41FB-BEED-34C34DB2DC9B}" type="slidenum">
              <a:rPr lang="en-IN" smtClean="0"/>
              <a:t>‹#›</a:t>
            </a:fld>
            <a:endParaRPr lang="en-IN" dirty="0"/>
          </a:p>
        </p:txBody>
      </p:sp>
    </p:spTree>
    <p:extLst>
      <p:ext uri="{BB962C8B-B14F-4D97-AF65-F5344CB8AC3E}">
        <p14:creationId xmlns:p14="http://schemas.microsoft.com/office/powerpoint/2010/main" val="1056352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2CDAEB-C914-41FB-BEED-34C34DB2DC9B}" type="slidenum">
              <a:rPr lang="en-IN" smtClean="0"/>
              <a:t>2</a:t>
            </a:fld>
            <a:endParaRPr lang="en-IN" dirty="0"/>
          </a:p>
        </p:txBody>
      </p:sp>
    </p:spTree>
    <p:extLst>
      <p:ext uri="{BB962C8B-B14F-4D97-AF65-F5344CB8AC3E}">
        <p14:creationId xmlns:p14="http://schemas.microsoft.com/office/powerpoint/2010/main" val="4156402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2CDAEB-C914-41FB-BEED-34C34DB2DC9B}" type="slidenum">
              <a:rPr lang="en-IN" smtClean="0"/>
              <a:t>10</a:t>
            </a:fld>
            <a:endParaRPr lang="en-IN" dirty="0"/>
          </a:p>
        </p:txBody>
      </p:sp>
    </p:spTree>
    <p:extLst>
      <p:ext uri="{BB962C8B-B14F-4D97-AF65-F5344CB8AC3E}">
        <p14:creationId xmlns:p14="http://schemas.microsoft.com/office/powerpoint/2010/main" val="151053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2CDAEB-C914-41FB-BEED-34C34DB2DC9B}" type="slidenum">
              <a:rPr lang="en-IN" smtClean="0"/>
              <a:t>17</a:t>
            </a:fld>
            <a:endParaRPr lang="en-IN" dirty="0"/>
          </a:p>
        </p:txBody>
      </p:sp>
    </p:spTree>
    <p:extLst>
      <p:ext uri="{BB962C8B-B14F-4D97-AF65-F5344CB8AC3E}">
        <p14:creationId xmlns:p14="http://schemas.microsoft.com/office/powerpoint/2010/main" val="31675329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9.png"/><Relationship Id="rId4" Type="http://schemas.openxmlformats.org/officeDocument/2006/relationships/image" Target="../media/image2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tBDfr" TargetMode="External"/><Relationship Id="rId5" Type="http://schemas.openxmlformats.org/officeDocument/2006/relationships/hyperlink" Target="http://bit.ly/2TyoMsr" TargetMode="External"/><Relationship Id="rId4" Type="http://schemas.openxmlformats.org/officeDocument/2006/relationships/hyperlink" Target="http://bit.ly/2Tynxth" TargetMode="Externa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hyperlink" Target="https://www.presentationgo.com/" TargetMode="External"/><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0;p2"/>
          <p:cNvGrpSpPr/>
          <p:nvPr/>
        </p:nvGrpSpPr>
        <p:grpSpPr>
          <a:xfrm>
            <a:off x="0" y="-11"/>
            <a:ext cx="9144003" cy="5143511"/>
            <a:chOff x="0" y="-11"/>
            <a:chExt cx="9144003" cy="5143511"/>
          </a:xfrm>
        </p:grpSpPr>
        <p:pic>
          <p:nvPicPr>
            <p:cNvPr id="11" name="Google Shape;11;p2"/>
            <p:cNvPicPr preferRelativeResize="0"/>
            <p:nvPr/>
          </p:nvPicPr>
          <p:blipFill>
            <a:blip r:embed="rId3" cstate="print">
              <a:alphaModFix amt="40000"/>
            </a:blip>
            <a:stretch>
              <a:fillRect/>
            </a:stretch>
          </p:blipFill>
          <p:spPr>
            <a:xfrm>
              <a:off x="0" y="-11"/>
              <a:ext cx="9144003" cy="2397622"/>
            </a:xfrm>
            <a:prstGeom prst="rect">
              <a:avLst/>
            </a:prstGeom>
            <a:noFill/>
            <a:ln>
              <a:noFill/>
            </a:ln>
          </p:spPr>
        </p:pic>
        <p:pic>
          <p:nvPicPr>
            <p:cNvPr id="12" name="Google Shape;12;p2"/>
            <p:cNvPicPr preferRelativeResize="0"/>
            <p:nvPr/>
          </p:nvPicPr>
          <p:blipFill>
            <a:blip r:embed="rId4" cstate="print">
              <a:alphaModFix amt="48000"/>
            </a:blip>
            <a:stretch>
              <a:fillRect/>
            </a:stretch>
          </p:blipFill>
          <p:spPr>
            <a:xfrm>
              <a:off x="8" y="0"/>
              <a:ext cx="7717135" cy="5143501"/>
            </a:xfrm>
            <a:prstGeom prst="rect">
              <a:avLst/>
            </a:prstGeom>
            <a:noFill/>
            <a:ln>
              <a:noFill/>
            </a:ln>
          </p:spPr>
        </p:pic>
      </p:grpSp>
      <p:sp>
        <p:nvSpPr>
          <p:cNvPr id="13" name="Google Shape;13;p2"/>
          <p:cNvSpPr txBox="1">
            <a:spLocks noGrp="1"/>
          </p:cNvSpPr>
          <p:nvPr>
            <p:ph type="ctrTitle"/>
          </p:nvPr>
        </p:nvSpPr>
        <p:spPr>
          <a:xfrm>
            <a:off x="1669825" y="1238850"/>
            <a:ext cx="5804400" cy="1881900"/>
          </a:xfrm>
          <a:prstGeom prst="rect">
            <a:avLst/>
          </a:prstGeom>
        </p:spPr>
        <p:txBody>
          <a:bodyPr spcFirstLastPara="1" wrap="square" lIns="91425" tIns="91425" rIns="91425" bIns="91425" anchor="ctr" anchorCtr="0">
            <a:noAutofit/>
          </a:bodyPr>
          <a:lstStyle>
            <a:lvl1pPr lvl="0" algn="ctr" rtl="0">
              <a:lnSpc>
                <a:spcPct val="90000"/>
              </a:lnSpc>
              <a:spcBef>
                <a:spcPts val="0"/>
              </a:spcBef>
              <a:spcAft>
                <a:spcPts val="0"/>
              </a:spcAft>
              <a:buSzPts val="5200"/>
              <a:buNone/>
              <a:defRPr sz="4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a:t>Click to edit Master title style</a:t>
            </a:r>
            <a:endParaRPr/>
          </a:p>
        </p:txBody>
      </p:sp>
      <p:sp>
        <p:nvSpPr>
          <p:cNvPr id="14" name="Google Shape;14;p2"/>
          <p:cNvSpPr txBox="1">
            <a:spLocks noGrp="1"/>
          </p:cNvSpPr>
          <p:nvPr>
            <p:ph type="subTitle" idx="1"/>
          </p:nvPr>
        </p:nvSpPr>
        <p:spPr>
          <a:xfrm>
            <a:off x="2392500" y="3504354"/>
            <a:ext cx="4359000" cy="40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r>
              <a:rPr lang="en-US"/>
              <a:t>Click to edit Master subtitle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pic>
        <p:nvPicPr>
          <p:cNvPr id="16" name="Google Shape;16;p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7" name="Google Shape;17;p3"/>
          <p:cNvPicPr preferRelativeResize="0"/>
          <p:nvPr/>
        </p:nvPicPr>
        <p:blipFill>
          <a:blip r:embed="rId3" cstate="print">
            <a:alphaModFix amt="30000"/>
          </a:blip>
          <a:stretch>
            <a:fillRect/>
          </a:stretch>
        </p:blipFill>
        <p:spPr>
          <a:xfrm>
            <a:off x="0" y="-431300"/>
            <a:ext cx="9144003" cy="6098975"/>
          </a:xfrm>
          <a:prstGeom prst="rect">
            <a:avLst/>
          </a:prstGeom>
          <a:noFill/>
          <a:ln>
            <a:noFill/>
          </a:ln>
        </p:spPr>
      </p:pic>
      <p:sp>
        <p:nvSpPr>
          <p:cNvPr id="18" name="Google Shape;18;p3"/>
          <p:cNvSpPr txBox="1">
            <a:spLocks noGrp="1"/>
          </p:cNvSpPr>
          <p:nvPr>
            <p:ph type="title"/>
          </p:nvPr>
        </p:nvSpPr>
        <p:spPr>
          <a:xfrm>
            <a:off x="3187850" y="2102909"/>
            <a:ext cx="2768400" cy="111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9" name="Google Shape;19;p3"/>
          <p:cNvSpPr txBox="1">
            <a:spLocks noGrp="1"/>
          </p:cNvSpPr>
          <p:nvPr>
            <p:ph type="title" idx="2" hasCustomPrompt="1"/>
          </p:nvPr>
        </p:nvSpPr>
        <p:spPr>
          <a:xfrm>
            <a:off x="3187800" y="929450"/>
            <a:ext cx="2768400" cy="107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3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 name="Google Shape;20;p3"/>
          <p:cNvSpPr txBox="1">
            <a:spLocks noGrp="1"/>
          </p:cNvSpPr>
          <p:nvPr>
            <p:ph type="subTitle" idx="1"/>
          </p:nvPr>
        </p:nvSpPr>
        <p:spPr>
          <a:xfrm>
            <a:off x="3187850" y="3475316"/>
            <a:ext cx="2768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23" name="Google Shape;23;p4"/>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720000" y="1430950"/>
            <a:ext cx="7704000" cy="317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914400" lvl="1" indent="-30480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371600" lvl="2"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1828800" lvl="3"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2286000" lvl="4"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2743200" lvl="5"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3200400" lvl="6"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3657600" lvl="7"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4114800" lvl="8"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pic>
        <p:nvPicPr>
          <p:cNvPr id="25" name="Google Shape;25;p4"/>
          <p:cNvPicPr preferRelativeResize="0"/>
          <p:nvPr/>
        </p:nvPicPr>
        <p:blipFill>
          <a:blip r:embed="rId3" cstate="print">
            <a:alphaModFix amt="30000"/>
          </a:blip>
          <a:stretch>
            <a:fillRect/>
          </a:stretch>
        </p:blipFill>
        <p:spPr>
          <a:xfrm rot="-6080572">
            <a:off x="7357825" y="-650032"/>
            <a:ext cx="1859881" cy="202608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6"/>
        <p:cNvGrpSpPr/>
        <p:nvPr/>
      </p:nvGrpSpPr>
      <p:grpSpPr>
        <a:xfrm>
          <a:off x="0" y="0"/>
          <a:ext cx="0" cy="0"/>
          <a:chOff x="0" y="0"/>
          <a:chExt cx="0" cy="0"/>
        </a:xfrm>
      </p:grpSpPr>
      <p:pic>
        <p:nvPicPr>
          <p:cNvPr id="27" name="Google Shape;27;p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28;p5"/>
          <p:cNvGrpSpPr/>
          <p:nvPr/>
        </p:nvGrpSpPr>
        <p:grpSpPr>
          <a:xfrm>
            <a:off x="-2736154" y="-2532646"/>
            <a:ext cx="9665434" cy="12031040"/>
            <a:chOff x="-2736154" y="-2532646"/>
            <a:chExt cx="9665434" cy="12031040"/>
          </a:xfrm>
        </p:grpSpPr>
        <p:pic>
          <p:nvPicPr>
            <p:cNvPr id="29" name="Google Shape;29;p5"/>
            <p:cNvPicPr preferRelativeResize="0"/>
            <p:nvPr/>
          </p:nvPicPr>
          <p:blipFill>
            <a:blip r:embed="rId3" cstate="print">
              <a:alphaModFix/>
            </a:blip>
            <a:stretch>
              <a:fillRect/>
            </a:stretch>
          </p:blipFill>
          <p:spPr>
            <a:xfrm rot="6384532">
              <a:off x="-1809626" y="-2542696"/>
              <a:ext cx="3232319" cy="4349425"/>
            </a:xfrm>
            <a:prstGeom prst="rect">
              <a:avLst/>
            </a:prstGeom>
            <a:noFill/>
            <a:ln>
              <a:noFill/>
            </a:ln>
          </p:spPr>
        </p:pic>
        <p:pic>
          <p:nvPicPr>
            <p:cNvPr id="30" name="Google Shape;30;p5"/>
            <p:cNvPicPr preferRelativeResize="0"/>
            <p:nvPr/>
          </p:nvPicPr>
          <p:blipFill>
            <a:blip r:embed="rId4" cstate="print">
              <a:alphaModFix amt="18000"/>
            </a:blip>
            <a:stretch>
              <a:fillRect/>
            </a:stretch>
          </p:blipFill>
          <p:spPr>
            <a:xfrm rot="10799995">
              <a:off x="2645630" y="2857270"/>
              <a:ext cx="4283650" cy="6641121"/>
            </a:xfrm>
            <a:prstGeom prst="rect">
              <a:avLst/>
            </a:prstGeom>
            <a:noFill/>
            <a:ln>
              <a:noFill/>
            </a:ln>
          </p:spPr>
        </p:pic>
      </p:grpSp>
      <p:sp>
        <p:nvSpPr>
          <p:cNvPr id="31" name="Google Shape;31;p5"/>
          <p:cNvSpPr txBox="1">
            <a:spLocks noGrp="1"/>
          </p:cNvSpPr>
          <p:nvPr>
            <p:ph type="subTitle" idx="1"/>
          </p:nvPr>
        </p:nvSpPr>
        <p:spPr>
          <a:xfrm>
            <a:off x="1290763" y="2337704"/>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500"/>
              <a:buFont typeface="Bebas Neue"/>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32" name="Google Shape;32;p5"/>
          <p:cNvSpPr txBox="1">
            <a:spLocks noGrp="1"/>
          </p:cNvSpPr>
          <p:nvPr>
            <p:ph type="subTitle" idx="2"/>
          </p:nvPr>
        </p:nvSpPr>
        <p:spPr>
          <a:xfrm>
            <a:off x="4945638" y="2337688"/>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33" name="Google Shape;33;p5"/>
          <p:cNvSpPr txBox="1">
            <a:spLocks noGrp="1"/>
          </p:cNvSpPr>
          <p:nvPr>
            <p:ph type="subTitle" idx="3"/>
          </p:nvPr>
        </p:nvSpPr>
        <p:spPr>
          <a:xfrm>
            <a:off x="1290775" y="3246600"/>
            <a:ext cx="2907600" cy="12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 name="Google Shape;34;p5"/>
          <p:cNvSpPr txBox="1">
            <a:spLocks noGrp="1"/>
          </p:cNvSpPr>
          <p:nvPr>
            <p:ph type="subTitle" idx="4"/>
          </p:nvPr>
        </p:nvSpPr>
        <p:spPr>
          <a:xfrm>
            <a:off x="4945650" y="3246600"/>
            <a:ext cx="2907600" cy="12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5" name="Google Shape;35;p5"/>
          <p:cNvSpPr txBox="1">
            <a:spLocks noGrp="1"/>
          </p:cNvSpPr>
          <p:nvPr>
            <p:ph type="title"/>
          </p:nvPr>
        </p:nvSpPr>
        <p:spPr>
          <a:xfrm>
            <a:off x="71510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
        <p:cNvGrpSpPr/>
        <p:nvPr/>
      </p:nvGrpSpPr>
      <p:grpSpPr>
        <a:xfrm>
          <a:off x="0" y="0"/>
          <a:ext cx="0" cy="0"/>
          <a:chOff x="0" y="0"/>
          <a:chExt cx="0" cy="0"/>
        </a:xfrm>
      </p:grpSpPr>
      <p:pic>
        <p:nvPicPr>
          <p:cNvPr id="37" name="Google Shape;37;p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38" name="Google Shape;38;p6"/>
          <p:cNvSpPr txBox="1">
            <a:spLocks noGrp="1"/>
          </p:cNvSpPr>
          <p:nvPr>
            <p:ph type="title"/>
          </p:nvPr>
        </p:nvSpPr>
        <p:spPr>
          <a:xfrm>
            <a:off x="715100" y="535000"/>
            <a:ext cx="77112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2" name="Google Shape;39;p6"/>
          <p:cNvGrpSpPr/>
          <p:nvPr/>
        </p:nvGrpSpPr>
        <p:grpSpPr>
          <a:xfrm>
            <a:off x="50600" y="-1177774"/>
            <a:ext cx="9637306" cy="2466454"/>
            <a:chOff x="50600" y="-1177774"/>
            <a:chExt cx="9637306" cy="2466454"/>
          </a:xfrm>
        </p:grpSpPr>
        <p:pic>
          <p:nvPicPr>
            <p:cNvPr id="40" name="Google Shape;40;p6"/>
            <p:cNvPicPr preferRelativeResize="0"/>
            <p:nvPr/>
          </p:nvPicPr>
          <p:blipFill>
            <a:blip r:embed="rId3" cstate="print">
              <a:alphaModFix amt="29000"/>
            </a:blip>
            <a:stretch>
              <a:fillRect/>
            </a:stretch>
          </p:blipFill>
          <p:spPr>
            <a:xfrm>
              <a:off x="50600" y="-1177774"/>
              <a:ext cx="2253752" cy="2225150"/>
            </a:xfrm>
            <a:prstGeom prst="rect">
              <a:avLst/>
            </a:prstGeom>
            <a:noFill/>
            <a:ln>
              <a:noFill/>
            </a:ln>
          </p:spPr>
        </p:pic>
        <p:pic>
          <p:nvPicPr>
            <p:cNvPr id="41" name="Google Shape;41;p6"/>
            <p:cNvPicPr preferRelativeResize="0"/>
            <p:nvPr/>
          </p:nvPicPr>
          <p:blipFill>
            <a:blip r:embed="rId4" cstate="print">
              <a:alphaModFix amt="26000"/>
            </a:blip>
            <a:stretch>
              <a:fillRect/>
            </a:stretch>
          </p:blipFill>
          <p:spPr>
            <a:xfrm rot="4408896">
              <a:off x="7465724" y="-1122075"/>
              <a:ext cx="1486300" cy="2644623"/>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2"/>
        <p:cNvGrpSpPr/>
        <p:nvPr/>
      </p:nvGrpSpPr>
      <p:grpSpPr>
        <a:xfrm>
          <a:off x="0" y="0"/>
          <a:ext cx="0" cy="0"/>
          <a:chOff x="0" y="0"/>
          <a:chExt cx="0" cy="0"/>
        </a:xfrm>
      </p:grpSpPr>
      <p:pic>
        <p:nvPicPr>
          <p:cNvPr id="43" name="Google Shape;43;p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44" name="Google Shape;44;p7"/>
          <p:cNvPicPr preferRelativeResize="0"/>
          <p:nvPr/>
        </p:nvPicPr>
        <p:blipFill>
          <a:blip r:embed="rId3" cstate="print">
            <a:alphaModFix amt="40000"/>
          </a:blip>
          <a:stretch>
            <a:fillRect/>
          </a:stretch>
        </p:blipFill>
        <p:spPr>
          <a:xfrm rot="10800000" flipH="1">
            <a:off x="0" y="2745889"/>
            <a:ext cx="9144003" cy="2397622"/>
          </a:xfrm>
          <a:prstGeom prst="rect">
            <a:avLst/>
          </a:prstGeom>
          <a:noFill/>
          <a:ln>
            <a:noFill/>
          </a:ln>
        </p:spPr>
      </p:pic>
      <p:sp>
        <p:nvSpPr>
          <p:cNvPr id="45" name="Google Shape;45;p7"/>
          <p:cNvSpPr txBox="1">
            <a:spLocks noGrp="1"/>
          </p:cNvSpPr>
          <p:nvPr>
            <p:ph type="title"/>
          </p:nvPr>
        </p:nvSpPr>
        <p:spPr>
          <a:xfrm>
            <a:off x="715100" y="535000"/>
            <a:ext cx="77136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46" name="Google Shape;46;p7"/>
          <p:cNvSpPr txBox="1">
            <a:spLocks noGrp="1"/>
          </p:cNvSpPr>
          <p:nvPr>
            <p:ph type="body" idx="1"/>
          </p:nvPr>
        </p:nvSpPr>
        <p:spPr>
          <a:xfrm>
            <a:off x="720000" y="1554150"/>
            <a:ext cx="4401600" cy="30543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191919"/>
              </a:buClr>
              <a:buSzPts val="1200"/>
              <a:buFont typeface="Anaheim"/>
              <a:buChar char="●"/>
              <a:defRPr sz="1400">
                <a:solidFill>
                  <a:srgbClr val="434343"/>
                </a:solidFill>
              </a:defRPr>
            </a:lvl1pPr>
            <a:lvl2pPr marL="914400" lvl="1" indent="-317500" rtl="0">
              <a:lnSpc>
                <a:spcPct val="115000"/>
              </a:lnSpc>
              <a:spcBef>
                <a:spcPts val="0"/>
              </a:spcBef>
              <a:spcAft>
                <a:spcPts val="0"/>
              </a:spcAft>
              <a:buClr>
                <a:srgbClr val="191919"/>
              </a:buClr>
              <a:buSzPts val="1400"/>
              <a:buFont typeface="Anaheim"/>
              <a:buChar char="○"/>
              <a:defRPr>
                <a:solidFill>
                  <a:srgbClr val="434343"/>
                </a:solidFill>
              </a:defRPr>
            </a:lvl2pPr>
            <a:lvl3pPr marL="1371600" lvl="2" indent="-317500" rtl="0">
              <a:lnSpc>
                <a:spcPct val="115000"/>
              </a:lnSpc>
              <a:spcBef>
                <a:spcPts val="0"/>
              </a:spcBef>
              <a:spcAft>
                <a:spcPts val="0"/>
              </a:spcAft>
              <a:buClr>
                <a:srgbClr val="191919"/>
              </a:buClr>
              <a:buSzPts val="1400"/>
              <a:buFont typeface="Anaheim"/>
              <a:buChar char="■"/>
              <a:defRPr>
                <a:solidFill>
                  <a:srgbClr val="434343"/>
                </a:solidFill>
              </a:defRPr>
            </a:lvl3pPr>
            <a:lvl4pPr marL="1828800" lvl="3" indent="-317500" rtl="0">
              <a:lnSpc>
                <a:spcPct val="115000"/>
              </a:lnSpc>
              <a:spcBef>
                <a:spcPts val="0"/>
              </a:spcBef>
              <a:spcAft>
                <a:spcPts val="0"/>
              </a:spcAft>
              <a:buClr>
                <a:srgbClr val="191919"/>
              </a:buClr>
              <a:buSzPts val="1400"/>
              <a:buFont typeface="Anaheim"/>
              <a:buChar char="●"/>
              <a:defRPr>
                <a:solidFill>
                  <a:srgbClr val="434343"/>
                </a:solidFill>
              </a:defRPr>
            </a:lvl4pPr>
            <a:lvl5pPr marL="2286000" lvl="4" indent="-317500" rtl="0">
              <a:lnSpc>
                <a:spcPct val="115000"/>
              </a:lnSpc>
              <a:spcBef>
                <a:spcPts val="0"/>
              </a:spcBef>
              <a:spcAft>
                <a:spcPts val="0"/>
              </a:spcAft>
              <a:buClr>
                <a:srgbClr val="191919"/>
              </a:buClr>
              <a:buSzPts val="1400"/>
              <a:buFont typeface="Anaheim"/>
              <a:buChar char="○"/>
              <a:defRPr>
                <a:solidFill>
                  <a:srgbClr val="434343"/>
                </a:solidFill>
              </a:defRPr>
            </a:lvl5pPr>
            <a:lvl6pPr marL="2743200" lvl="5" indent="-317500" rtl="0">
              <a:lnSpc>
                <a:spcPct val="115000"/>
              </a:lnSpc>
              <a:spcBef>
                <a:spcPts val="0"/>
              </a:spcBef>
              <a:spcAft>
                <a:spcPts val="0"/>
              </a:spcAft>
              <a:buClr>
                <a:srgbClr val="191919"/>
              </a:buClr>
              <a:buSzPts val="1400"/>
              <a:buFont typeface="Anaheim"/>
              <a:buChar char="■"/>
              <a:defRPr>
                <a:solidFill>
                  <a:srgbClr val="434343"/>
                </a:solidFill>
              </a:defRPr>
            </a:lvl6pPr>
            <a:lvl7pPr marL="3200400" lvl="6" indent="-317500" rtl="0">
              <a:lnSpc>
                <a:spcPct val="115000"/>
              </a:lnSpc>
              <a:spcBef>
                <a:spcPts val="0"/>
              </a:spcBef>
              <a:spcAft>
                <a:spcPts val="0"/>
              </a:spcAft>
              <a:buClr>
                <a:srgbClr val="191919"/>
              </a:buClr>
              <a:buSzPts val="1400"/>
              <a:buFont typeface="Anaheim"/>
              <a:buChar char="●"/>
              <a:defRPr>
                <a:solidFill>
                  <a:srgbClr val="434343"/>
                </a:solidFill>
              </a:defRPr>
            </a:lvl7pPr>
            <a:lvl8pPr marL="3657600" lvl="7" indent="-317500" rtl="0">
              <a:lnSpc>
                <a:spcPct val="115000"/>
              </a:lnSpc>
              <a:spcBef>
                <a:spcPts val="0"/>
              </a:spcBef>
              <a:spcAft>
                <a:spcPts val="0"/>
              </a:spcAft>
              <a:buClr>
                <a:srgbClr val="191919"/>
              </a:buClr>
              <a:buSzPts val="1400"/>
              <a:buFont typeface="Anaheim"/>
              <a:buChar char="○"/>
              <a:defRPr>
                <a:solidFill>
                  <a:srgbClr val="434343"/>
                </a:solidFill>
              </a:defRPr>
            </a:lvl8pPr>
            <a:lvl9pPr marL="4114800" lvl="8" indent="-317500" rtl="0">
              <a:lnSpc>
                <a:spcPct val="115000"/>
              </a:lnSpc>
              <a:spcBef>
                <a:spcPts val="0"/>
              </a:spcBef>
              <a:spcAft>
                <a:spcPts val="0"/>
              </a:spcAft>
              <a:buClr>
                <a:srgbClr val="191919"/>
              </a:buClr>
              <a:buSzPts val="1400"/>
              <a:buFont typeface="Anaheim"/>
              <a:buChar char="■"/>
              <a:defRPr>
                <a:solidFill>
                  <a:srgbClr val="434343"/>
                </a:solidFill>
              </a:defRPr>
            </a:lvl9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7"/>
        <p:cNvGrpSpPr/>
        <p:nvPr/>
      </p:nvGrpSpPr>
      <p:grpSpPr>
        <a:xfrm>
          <a:off x="0" y="0"/>
          <a:ext cx="0" cy="0"/>
          <a:chOff x="0" y="0"/>
          <a:chExt cx="0" cy="0"/>
        </a:xfrm>
      </p:grpSpPr>
      <p:pic>
        <p:nvPicPr>
          <p:cNvPr id="48" name="Google Shape;48;p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49;p8"/>
          <p:cNvGrpSpPr/>
          <p:nvPr/>
        </p:nvGrpSpPr>
        <p:grpSpPr>
          <a:xfrm>
            <a:off x="-1326274" y="222183"/>
            <a:ext cx="11453645" cy="6483616"/>
            <a:chOff x="-1326274" y="222183"/>
            <a:chExt cx="11453645" cy="6483616"/>
          </a:xfrm>
        </p:grpSpPr>
        <p:pic>
          <p:nvPicPr>
            <p:cNvPr id="50" name="Google Shape;50;p8"/>
            <p:cNvPicPr preferRelativeResize="0"/>
            <p:nvPr/>
          </p:nvPicPr>
          <p:blipFill>
            <a:blip r:embed="rId3" cstate="print">
              <a:alphaModFix amt="50000"/>
            </a:blip>
            <a:stretch>
              <a:fillRect/>
            </a:stretch>
          </p:blipFill>
          <p:spPr>
            <a:xfrm>
              <a:off x="7222371" y="2986325"/>
              <a:ext cx="2904999" cy="3164600"/>
            </a:xfrm>
            <a:prstGeom prst="rect">
              <a:avLst/>
            </a:prstGeom>
            <a:noFill/>
            <a:ln>
              <a:noFill/>
            </a:ln>
          </p:spPr>
        </p:pic>
        <p:pic>
          <p:nvPicPr>
            <p:cNvPr id="51" name="Google Shape;51;p8"/>
            <p:cNvPicPr preferRelativeResize="0"/>
            <p:nvPr/>
          </p:nvPicPr>
          <p:blipFill>
            <a:blip r:embed="rId4" cstate="print">
              <a:alphaModFix amt="48000"/>
            </a:blip>
            <a:stretch>
              <a:fillRect/>
            </a:stretch>
          </p:blipFill>
          <p:spPr>
            <a:xfrm>
              <a:off x="410300" y="382600"/>
              <a:ext cx="1278024" cy="1299625"/>
            </a:xfrm>
            <a:prstGeom prst="rect">
              <a:avLst/>
            </a:prstGeom>
            <a:noFill/>
            <a:ln>
              <a:noFill/>
            </a:ln>
          </p:spPr>
        </p:pic>
        <p:pic>
          <p:nvPicPr>
            <p:cNvPr id="52" name="Google Shape;52;p8"/>
            <p:cNvPicPr preferRelativeResize="0"/>
            <p:nvPr/>
          </p:nvPicPr>
          <p:blipFill>
            <a:blip r:embed="rId5" cstate="print">
              <a:alphaModFix/>
            </a:blip>
            <a:stretch>
              <a:fillRect/>
            </a:stretch>
          </p:blipFill>
          <p:spPr>
            <a:xfrm rot="-626902">
              <a:off x="-1012802" y="2777516"/>
              <a:ext cx="2756456" cy="3709093"/>
            </a:xfrm>
            <a:prstGeom prst="rect">
              <a:avLst/>
            </a:prstGeom>
            <a:noFill/>
            <a:ln>
              <a:noFill/>
            </a:ln>
          </p:spPr>
        </p:pic>
        <p:pic>
          <p:nvPicPr>
            <p:cNvPr id="53" name="Google Shape;53;p8"/>
            <p:cNvPicPr preferRelativeResize="0"/>
            <p:nvPr/>
          </p:nvPicPr>
          <p:blipFill>
            <a:blip r:embed="rId6" cstate="print">
              <a:alphaModFix amt="60000"/>
            </a:blip>
            <a:stretch>
              <a:fillRect/>
            </a:stretch>
          </p:blipFill>
          <p:spPr>
            <a:xfrm flipH="1">
              <a:off x="252562" y="222183"/>
              <a:ext cx="315473" cy="320824"/>
            </a:xfrm>
            <a:prstGeom prst="rect">
              <a:avLst/>
            </a:prstGeom>
            <a:noFill/>
            <a:ln>
              <a:noFill/>
            </a:ln>
          </p:spPr>
        </p:pic>
      </p:grpSp>
      <p:sp>
        <p:nvSpPr>
          <p:cNvPr id="54" name="Google Shape;54;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8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rPr lang="en-US"/>
              <a:t>Click to edit Master title style</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5"/>
        <p:cNvGrpSpPr/>
        <p:nvPr/>
      </p:nvGrpSpPr>
      <p:grpSpPr>
        <a:xfrm>
          <a:off x="0" y="0"/>
          <a:ext cx="0" cy="0"/>
          <a:chOff x="0" y="0"/>
          <a:chExt cx="0" cy="0"/>
        </a:xfrm>
      </p:grpSpPr>
      <p:pic>
        <p:nvPicPr>
          <p:cNvPr id="56" name="Google Shape;56;p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57" name="Google Shape;57;p9"/>
          <p:cNvPicPr preferRelativeResize="0"/>
          <p:nvPr/>
        </p:nvPicPr>
        <p:blipFill>
          <a:blip r:embed="rId3" cstate="print">
            <a:alphaModFix amt="30000"/>
          </a:blip>
          <a:stretch>
            <a:fillRect/>
          </a:stretch>
        </p:blipFill>
        <p:spPr>
          <a:xfrm>
            <a:off x="0" y="-947289"/>
            <a:ext cx="9144003" cy="6098978"/>
          </a:xfrm>
          <a:prstGeom prst="rect">
            <a:avLst/>
          </a:prstGeom>
          <a:noFill/>
          <a:ln>
            <a:noFill/>
          </a:ln>
        </p:spPr>
      </p:pic>
      <p:sp>
        <p:nvSpPr>
          <p:cNvPr id="58" name="Google Shape;58;p9"/>
          <p:cNvSpPr txBox="1">
            <a:spLocks noGrp="1"/>
          </p:cNvSpPr>
          <p:nvPr>
            <p:ph type="title"/>
          </p:nvPr>
        </p:nvSpPr>
        <p:spPr>
          <a:xfrm flipH="1">
            <a:off x="5176550" y="1294100"/>
            <a:ext cx="3252300" cy="121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59" name="Google Shape;59;p9"/>
          <p:cNvSpPr txBox="1">
            <a:spLocks noGrp="1"/>
          </p:cNvSpPr>
          <p:nvPr>
            <p:ph type="subTitle" idx="1"/>
          </p:nvPr>
        </p:nvSpPr>
        <p:spPr>
          <a:xfrm flipH="1">
            <a:off x="5176550" y="2664600"/>
            <a:ext cx="3252300" cy="118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0"/>
        <p:cNvGrpSpPr/>
        <p:nvPr/>
      </p:nvGrpSpPr>
      <p:grpSpPr>
        <a:xfrm>
          <a:off x="0" y="0"/>
          <a:ext cx="0" cy="0"/>
          <a:chOff x="0" y="0"/>
          <a:chExt cx="0" cy="0"/>
        </a:xfrm>
      </p:grpSpPr>
      <p:sp>
        <p:nvSpPr>
          <p:cNvPr id="61" name="Google Shape;61;p10"/>
          <p:cNvSpPr/>
          <p:nvPr/>
        </p:nvSpPr>
        <p:spPr>
          <a:xfrm>
            <a:off x="0" y="0"/>
            <a:ext cx="9144000" cy="5143500"/>
          </a:xfrm>
          <a:prstGeom prst="rect">
            <a:avLst/>
          </a:prstGeom>
          <a:solidFill>
            <a:schemeClr val="accent1">
              <a:alpha val="307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62;p10"/>
          <p:cNvSpPr txBox="1">
            <a:spLocks noGrp="1"/>
          </p:cNvSpPr>
          <p:nvPr>
            <p:ph type="title"/>
          </p:nvPr>
        </p:nvSpPr>
        <p:spPr>
          <a:xfrm>
            <a:off x="720000" y="3883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7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3"/>
        <p:cNvGrpSpPr/>
        <p:nvPr/>
      </p:nvGrpSpPr>
      <p:grpSpPr>
        <a:xfrm>
          <a:off x="0" y="0"/>
          <a:ext cx="0" cy="0"/>
          <a:chOff x="0" y="0"/>
          <a:chExt cx="0" cy="0"/>
        </a:xfrm>
      </p:grpSpPr>
      <p:pic>
        <p:nvPicPr>
          <p:cNvPr id="64" name="Google Shape;64;p1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65" name="Google Shape;65;p11"/>
          <p:cNvPicPr preferRelativeResize="0"/>
          <p:nvPr/>
        </p:nvPicPr>
        <p:blipFill>
          <a:blip r:embed="rId3" cstate="print">
            <a:alphaModFix amt="48000"/>
          </a:blip>
          <a:stretch>
            <a:fillRect/>
          </a:stretch>
        </p:blipFill>
        <p:spPr>
          <a:xfrm rot="4861616">
            <a:off x="2643919" y="-1295605"/>
            <a:ext cx="3574490" cy="7570357"/>
          </a:xfrm>
          <a:prstGeom prst="rect">
            <a:avLst/>
          </a:prstGeom>
          <a:noFill/>
          <a:ln>
            <a:noFill/>
          </a:ln>
        </p:spPr>
      </p:pic>
      <p:sp>
        <p:nvSpPr>
          <p:cNvPr id="66" name="Google Shape;66;p11"/>
          <p:cNvSpPr txBox="1">
            <a:spLocks noGrp="1"/>
          </p:cNvSpPr>
          <p:nvPr>
            <p:ph type="title" hasCustomPrompt="1"/>
          </p:nvPr>
        </p:nvSpPr>
        <p:spPr>
          <a:xfrm>
            <a:off x="1284000" y="1468850"/>
            <a:ext cx="6576000" cy="1511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7" name="Google Shape;67;p11"/>
          <p:cNvSpPr txBox="1">
            <a:spLocks noGrp="1"/>
          </p:cNvSpPr>
          <p:nvPr>
            <p:ph type="subTitle" idx="1"/>
          </p:nvPr>
        </p:nvSpPr>
        <p:spPr>
          <a:xfrm>
            <a:off x="1284000" y="3553300"/>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r>
              <a:rPr lang="en-US"/>
              <a:t>Click to edit Master subtitle style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9"/>
        <p:cNvGrpSpPr/>
        <p:nvPr/>
      </p:nvGrpSpPr>
      <p:grpSpPr>
        <a:xfrm>
          <a:off x="0" y="0"/>
          <a:ext cx="0" cy="0"/>
          <a:chOff x="0" y="0"/>
          <a:chExt cx="0" cy="0"/>
        </a:xfrm>
      </p:grpSpPr>
      <p:pic>
        <p:nvPicPr>
          <p:cNvPr id="70" name="Google Shape;70;p1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71;p13"/>
          <p:cNvGrpSpPr/>
          <p:nvPr/>
        </p:nvGrpSpPr>
        <p:grpSpPr>
          <a:xfrm>
            <a:off x="-891002" y="-1228775"/>
            <a:ext cx="10578908" cy="2929874"/>
            <a:chOff x="-891002" y="-1228775"/>
            <a:chExt cx="10578908" cy="2929874"/>
          </a:xfrm>
        </p:grpSpPr>
        <p:pic>
          <p:nvPicPr>
            <p:cNvPr id="72" name="Google Shape;72;p13"/>
            <p:cNvPicPr preferRelativeResize="0"/>
            <p:nvPr/>
          </p:nvPicPr>
          <p:blipFill>
            <a:blip r:embed="rId3" cstate="print">
              <a:alphaModFix amt="37000"/>
            </a:blip>
            <a:stretch>
              <a:fillRect/>
            </a:stretch>
          </p:blipFill>
          <p:spPr>
            <a:xfrm>
              <a:off x="-891002" y="-1228775"/>
              <a:ext cx="2881223" cy="2929874"/>
            </a:xfrm>
            <a:prstGeom prst="rect">
              <a:avLst/>
            </a:prstGeom>
            <a:noFill/>
            <a:ln>
              <a:noFill/>
            </a:ln>
          </p:spPr>
        </p:pic>
        <p:pic>
          <p:nvPicPr>
            <p:cNvPr id="73" name="Google Shape;73;p13"/>
            <p:cNvPicPr preferRelativeResize="0"/>
            <p:nvPr/>
          </p:nvPicPr>
          <p:blipFill>
            <a:blip r:embed="rId4" cstate="print">
              <a:alphaModFix amt="31000"/>
            </a:blip>
            <a:stretch>
              <a:fillRect/>
            </a:stretch>
          </p:blipFill>
          <p:spPr>
            <a:xfrm rot="4408896">
              <a:off x="7465724" y="-1122075"/>
              <a:ext cx="1486300" cy="2644623"/>
            </a:xfrm>
            <a:prstGeom prst="rect">
              <a:avLst/>
            </a:prstGeom>
            <a:noFill/>
            <a:ln>
              <a:noFill/>
            </a:ln>
          </p:spPr>
        </p:pic>
      </p:grpSp>
      <p:sp>
        <p:nvSpPr>
          <p:cNvPr id="74" name="Google Shape;74;p13"/>
          <p:cNvSpPr txBox="1">
            <a:spLocks noGrp="1"/>
          </p:cNvSpPr>
          <p:nvPr>
            <p:ph type="title"/>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75" name="Google Shape;75;p13"/>
          <p:cNvSpPr txBox="1">
            <a:spLocks noGrp="1"/>
          </p:cNvSpPr>
          <p:nvPr>
            <p:ph type="title" idx="2"/>
          </p:nvPr>
        </p:nvSpPr>
        <p:spPr>
          <a:xfrm>
            <a:off x="72000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76" name="Google Shape;76;p13"/>
          <p:cNvSpPr txBox="1">
            <a:spLocks noGrp="1"/>
          </p:cNvSpPr>
          <p:nvPr>
            <p:ph type="title" idx="3" hasCustomPrompt="1"/>
          </p:nvPr>
        </p:nvSpPr>
        <p:spPr>
          <a:xfrm>
            <a:off x="125055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7" name="Google Shape;77;p13"/>
          <p:cNvSpPr txBox="1">
            <a:spLocks noGrp="1"/>
          </p:cNvSpPr>
          <p:nvPr>
            <p:ph type="subTitle" idx="1"/>
          </p:nvPr>
        </p:nvSpPr>
        <p:spPr>
          <a:xfrm>
            <a:off x="72000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78" name="Google Shape;78;p13"/>
          <p:cNvSpPr txBox="1">
            <a:spLocks noGrp="1"/>
          </p:cNvSpPr>
          <p:nvPr>
            <p:ph type="title" idx="4"/>
          </p:nvPr>
        </p:nvSpPr>
        <p:spPr>
          <a:xfrm>
            <a:off x="340380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79" name="Google Shape;79;p13"/>
          <p:cNvSpPr txBox="1">
            <a:spLocks noGrp="1"/>
          </p:cNvSpPr>
          <p:nvPr>
            <p:ph type="title" idx="5" hasCustomPrompt="1"/>
          </p:nvPr>
        </p:nvSpPr>
        <p:spPr>
          <a:xfrm>
            <a:off x="393435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a:spLocks noGrp="1"/>
          </p:cNvSpPr>
          <p:nvPr>
            <p:ph type="subTitle" idx="6"/>
          </p:nvPr>
        </p:nvSpPr>
        <p:spPr>
          <a:xfrm>
            <a:off x="340380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81" name="Google Shape;81;p13"/>
          <p:cNvSpPr txBox="1">
            <a:spLocks noGrp="1"/>
          </p:cNvSpPr>
          <p:nvPr>
            <p:ph type="title" idx="7"/>
          </p:nvPr>
        </p:nvSpPr>
        <p:spPr>
          <a:xfrm>
            <a:off x="608760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82" name="Google Shape;82;p13"/>
          <p:cNvSpPr txBox="1">
            <a:spLocks noGrp="1"/>
          </p:cNvSpPr>
          <p:nvPr>
            <p:ph type="title" idx="8" hasCustomPrompt="1"/>
          </p:nvPr>
        </p:nvSpPr>
        <p:spPr>
          <a:xfrm>
            <a:off x="661815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a:spLocks noGrp="1"/>
          </p:cNvSpPr>
          <p:nvPr>
            <p:ph type="subTitle" idx="9"/>
          </p:nvPr>
        </p:nvSpPr>
        <p:spPr>
          <a:xfrm>
            <a:off x="608760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84" name="Google Shape;84;p13"/>
          <p:cNvSpPr txBox="1">
            <a:spLocks noGrp="1"/>
          </p:cNvSpPr>
          <p:nvPr>
            <p:ph type="title" idx="13"/>
          </p:nvPr>
        </p:nvSpPr>
        <p:spPr>
          <a:xfrm>
            <a:off x="72000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85" name="Google Shape;85;p13"/>
          <p:cNvSpPr txBox="1">
            <a:spLocks noGrp="1"/>
          </p:cNvSpPr>
          <p:nvPr>
            <p:ph type="title" idx="14" hasCustomPrompt="1"/>
          </p:nvPr>
        </p:nvSpPr>
        <p:spPr>
          <a:xfrm>
            <a:off x="125055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subTitle" idx="15"/>
          </p:nvPr>
        </p:nvSpPr>
        <p:spPr>
          <a:xfrm>
            <a:off x="72000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87" name="Google Shape;87;p13"/>
          <p:cNvSpPr txBox="1">
            <a:spLocks noGrp="1"/>
          </p:cNvSpPr>
          <p:nvPr>
            <p:ph type="title" idx="16"/>
          </p:nvPr>
        </p:nvSpPr>
        <p:spPr>
          <a:xfrm>
            <a:off x="340380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88" name="Google Shape;88;p13"/>
          <p:cNvSpPr txBox="1">
            <a:spLocks noGrp="1"/>
          </p:cNvSpPr>
          <p:nvPr>
            <p:ph type="title" idx="17" hasCustomPrompt="1"/>
          </p:nvPr>
        </p:nvSpPr>
        <p:spPr>
          <a:xfrm>
            <a:off x="393435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subTitle" idx="18"/>
          </p:nvPr>
        </p:nvSpPr>
        <p:spPr>
          <a:xfrm>
            <a:off x="340380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90" name="Google Shape;90;p13"/>
          <p:cNvSpPr txBox="1">
            <a:spLocks noGrp="1"/>
          </p:cNvSpPr>
          <p:nvPr>
            <p:ph type="title" idx="19"/>
          </p:nvPr>
        </p:nvSpPr>
        <p:spPr>
          <a:xfrm>
            <a:off x="608760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91" name="Google Shape;91;p13"/>
          <p:cNvSpPr txBox="1">
            <a:spLocks noGrp="1"/>
          </p:cNvSpPr>
          <p:nvPr>
            <p:ph type="title" idx="20" hasCustomPrompt="1"/>
          </p:nvPr>
        </p:nvSpPr>
        <p:spPr>
          <a:xfrm>
            <a:off x="661815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subTitle" idx="21"/>
          </p:nvPr>
        </p:nvSpPr>
        <p:spPr>
          <a:xfrm>
            <a:off x="608760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Table of contents 1">
    <p:spTree>
      <p:nvGrpSpPr>
        <p:cNvPr id="1" name="Shape 93"/>
        <p:cNvGrpSpPr/>
        <p:nvPr/>
      </p:nvGrpSpPr>
      <p:grpSpPr>
        <a:xfrm>
          <a:off x="0" y="0"/>
          <a:ext cx="0" cy="0"/>
          <a:chOff x="0" y="0"/>
          <a:chExt cx="0" cy="0"/>
        </a:xfrm>
      </p:grpSpPr>
      <p:pic>
        <p:nvPicPr>
          <p:cNvPr id="94" name="Google Shape;94;p14"/>
          <p:cNvPicPr preferRelativeResize="0"/>
          <p:nvPr/>
        </p:nvPicPr>
        <p:blipFill>
          <a:blip r:embed="rId2" cstate="print">
            <a:alphaModFix amt="57000"/>
          </a:blip>
          <a:stretch>
            <a:fillRect/>
          </a:stretch>
        </p:blipFill>
        <p:spPr>
          <a:xfrm rot="10800000" flipH="1">
            <a:off x="0" y="0"/>
            <a:ext cx="9144000" cy="5143500"/>
          </a:xfrm>
          <a:prstGeom prst="rect">
            <a:avLst/>
          </a:prstGeom>
          <a:noFill/>
          <a:ln>
            <a:noFill/>
          </a:ln>
        </p:spPr>
      </p:pic>
      <p:grpSp>
        <p:nvGrpSpPr>
          <p:cNvPr id="2" name="Google Shape;95;p14"/>
          <p:cNvGrpSpPr/>
          <p:nvPr/>
        </p:nvGrpSpPr>
        <p:grpSpPr>
          <a:xfrm rot="10800000" flipH="1">
            <a:off x="-1002602" y="2626046"/>
            <a:ext cx="10690508" cy="3876129"/>
            <a:chOff x="-1002602" y="-2587450"/>
            <a:chExt cx="10690508" cy="3876129"/>
          </a:xfrm>
        </p:grpSpPr>
        <p:pic>
          <p:nvPicPr>
            <p:cNvPr id="96" name="Google Shape;96;p14"/>
            <p:cNvPicPr preferRelativeResize="0"/>
            <p:nvPr/>
          </p:nvPicPr>
          <p:blipFill>
            <a:blip r:embed="rId3" cstate="print">
              <a:alphaModFix amt="37000"/>
            </a:blip>
            <a:stretch>
              <a:fillRect/>
            </a:stretch>
          </p:blipFill>
          <p:spPr>
            <a:xfrm>
              <a:off x="-1002602" y="-2587450"/>
              <a:ext cx="2881223" cy="2929874"/>
            </a:xfrm>
            <a:prstGeom prst="rect">
              <a:avLst/>
            </a:prstGeom>
            <a:noFill/>
            <a:ln>
              <a:noFill/>
            </a:ln>
          </p:spPr>
        </p:pic>
        <p:pic>
          <p:nvPicPr>
            <p:cNvPr id="97" name="Google Shape;97;p14"/>
            <p:cNvPicPr preferRelativeResize="0"/>
            <p:nvPr/>
          </p:nvPicPr>
          <p:blipFill rotWithShape="1">
            <a:blip r:embed="rId4" cstate="print">
              <a:alphaModFix amt="31000"/>
            </a:blip>
            <a:srcRect l="-115660" t="-15070" r="115660" b="15069"/>
            <a:stretch/>
          </p:blipFill>
          <p:spPr>
            <a:xfrm rot="4408896">
              <a:off x="7465724" y="-1122075"/>
              <a:ext cx="1486300" cy="2644623"/>
            </a:xfrm>
            <a:prstGeom prst="rect">
              <a:avLst/>
            </a:prstGeom>
            <a:noFill/>
            <a:ln>
              <a:noFill/>
            </a:ln>
          </p:spPr>
        </p:pic>
      </p:grpSp>
      <p:sp>
        <p:nvSpPr>
          <p:cNvPr id="98" name="Google Shape;98;p14"/>
          <p:cNvSpPr txBox="1">
            <a:spLocks noGrp="1"/>
          </p:cNvSpPr>
          <p:nvPr>
            <p:ph type="title"/>
          </p:nvPr>
        </p:nvSpPr>
        <p:spPr>
          <a:xfrm>
            <a:off x="720000" y="2117188"/>
            <a:ext cx="2336400" cy="942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99" name="Google Shape;99;p14"/>
          <p:cNvSpPr txBox="1">
            <a:spLocks noGrp="1"/>
          </p:cNvSpPr>
          <p:nvPr>
            <p:ph type="title" idx="2"/>
          </p:nvPr>
        </p:nvSpPr>
        <p:spPr>
          <a:xfrm>
            <a:off x="3980038" y="1027588"/>
            <a:ext cx="2169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00" name="Google Shape;100;p14"/>
          <p:cNvSpPr txBox="1">
            <a:spLocks noGrp="1"/>
          </p:cNvSpPr>
          <p:nvPr>
            <p:ph type="title" idx="3" hasCustomPrompt="1"/>
          </p:nvPr>
        </p:nvSpPr>
        <p:spPr>
          <a:xfrm>
            <a:off x="3093426" y="1027588"/>
            <a:ext cx="8199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4"/>
          <p:cNvSpPr txBox="1">
            <a:spLocks noGrp="1"/>
          </p:cNvSpPr>
          <p:nvPr>
            <p:ph type="subTitle" idx="1"/>
          </p:nvPr>
        </p:nvSpPr>
        <p:spPr>
          <a:xfrm>
            <a:off x="6216076" y="1027588"/>
            <a:ext cx="21852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02" name="Google Shape;102;p14"/>
          <p:cNvSpPr txBox="1">
            <a:spLocks noGrp="1"/>
          </p:cNvSpPr>
          <p:nvPr>
            <p:ph type="title" idx="4"/>
          </p:nvPr>
        </p:nvSpPr>
        <p:spPr>
          <a:xfrm>
            <a:off x="3980038" y="2354195"/>
            <a:ext cx="2169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03" name="Google Shape;103;p14"/>
          <p:cNvSpPr txBox="1">
            <a:spLocks noGrp="1"/>
          </p:cNvSpPr>
          <p:nvPr>
            <p:ph type="title" idx="5" hasCustomPrompt="1"/>
          </p:nvPr>
        </p:nvSpPr>
        <p:spPr>
          <a:xfrm>
            <a:off x="3093434" y="2354188"/>
            <a:ext cx="8199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4"/>
          <p:cNvSpPr txBox="1">
            <a:spLocks noGrp="1"/>
          </p:cNvSpPr>
          <p:nvPr>
            <p:ph type="subTitle" idx="6"/>
          </p:nvPr>
        </p:nvSpPr>
        <p:spPr>
          <a:xfrm>
            <a:off x="6216076" y="2354195"/>
            <a:ext cx="21852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05" name="Google Shape;105;p14"/>
          <p:cNvSpPr txBox="1">
            <a:spLocks noGrp="1"/>
          </p:cNvSpPr>
          <p:nvPr>
            <p:ph type="title" idx="7"/>
          </p:nvPr>
        </p:nvSpPr>
        <p:spPr>
          <a:xfrm>
            <a:off x="3980038" y="3555390"/>
            <a:ext cx="2169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06" name="Google Shape;106;p14"/>
          <p:cNvSpPr txBox="1">
            <a:spLocks noGrp="1"/>
          </p:cNvSpPr>
          <p:nvPr>
            <p:ph type="title" idx="8" hasCustomPrompt="1"/>
          </p:nvPr>
        </p:nvSpPr>
        <p:spPr>
          <a:xfrm>
            <a:off x="3091425" y="3555388"/>
            <a:ext cx="8199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4"/>
          <p:cNvSpPr txBox="1">
            <a:spLocks noGrp="1"/>
          </p:cNvSpPr>
          <p:nvPr>
            <p:ph type="subTitle" idx="9"/>
          </p:nvPr>
        </p:nvSpPr>
        <p:spPr>
          <a:xfrm>
            <a:off x="6216076" y="3555390"/>
            <a:ext cx="21852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of contents 2">
  <p:cSld name="Table of contents 2">
    <p:spTree>
      <p:nvGrpSpPr>
        <p:cNvPr id="1" name="Shape 108"/>
        <p:cNvGrpSpPr/>
        <p:nvPr/>
      </p:nvGrpSpPr>
      <p:grpSpPr>
        <a:xfrm>
          <a:off x="0" y="0"/>
          <a:ext cx="0" cy="0"/>
          <a:chOff x="0" y="0"/>
          <a:chExt cx="0" cy="0"/>
        </a:xfrm>
      </p:grpSpPr>
      <p:pic>
        <p:nvPicPr>
          <p:cNvPr id="109" name="Google Shape;109;p1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10;p15"/>
          <p:cNvGrpSpPr/>
          <p:nvPr/>
        </p:nvGrpSpPr>
        <p:grpSpPr>
          <a:xfrm flipH="1">
            <a:off x="-1390802" y="299725"/>
            <a:ext cx="11262196" cy="4113879"/>
            <a:chOff x="-1074490" y="299725"/>
            <a:chExt cx="11262196" cy="4113879"/>
          </a:xfrm>
        </p:grpSpPr>
        <p:pic>
          <p:nvPicPr>
            <p:cNvPr id="111" name="Google Shape;111;p15"/>
            <p:cNvPicPr preferRelativeResize="0"/>
            <p:nvPr/>
          </p:nvPicPr>
          <p:blipFill>
            <a:blip r:embed="rId3" cstate="print">
              <a:alphaModFix amt="37000"/>
            </a:blip>
            <a:stretch>
              <a:fillRect/>
            </a:stretch>
          </p:blipFill>
          <p:spPr>
            <a:xfrm>
              <a:off x="-1074490" y="299725"/>
              <a:ext cx="2881223" cy="2929874"/>
            </a:xfrm>
            <a:prstGeom prst="rect">
              <a:avLst/>
            </a:prstGeom>
            <a:noFill/>
            <a:ln>
              <a:noFill/>
            </a:ln>
          </p:spPr>
        </p:pic>
        <p:pic>
          <p:nvPicPr>
            <p:cNvPr id="112" name="Google Shape;112;p15"/>
            <p:cNvPicPr preferRelativeResize="0"/>
            <p:nvPr/>
          </p:nvPicPr>
          <p:blipFill>
            <a:blip r:embed="rId4" cstate="print">
              <a:alphaModFix amt="31000"/>
            </a:blip>
            <a:stretch>
              <a:fillRect/>
            </a:stretch>
          </p:blipFill>
          <p:spPr>
            <a:xfrm rot="4408896">
              <a:off x="7965524" y="2002850"/>
              <a:ext cx="1486300" cy="2644623"/>
            </a:xfrm>
            <a:prstGeom prst="rect">
              <a:avLst/>
            </a:prstGeom>
            <a:noFill/>
            <a:ln>
              <a:noFill/>
            </a:ln>
          </p:spPr>
        </p:pic>
      </p:grpSp>
      <p:sp>
        <p:nvSpPr>
          <p:cNvPr id="113" name="Google Shape;113;p15"/>
          <p:cNvSpPr txBox="1">
            <a:spLocks noGrp="1"/>
          </p:cNvSpPr>
          <p:nvPr>
            <p:ph type="title"/>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4" name="Google Shape;114;p15"/>
          <p:cNvSpPr txBox="1">
            <a:spLocks noGrp="1"/>
          </p:cNvSpPr>
          <p:nvPr>
            <p:ph type="title" idx="2"/>
          </p:nvPr>
        </p:nvSpPr>
        <p:spPr>
          <a:xfrm>
            <a:off x="188835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15" name="Google Shape;115;p15"/>
          <p:cNvSpPr txBox="1">
            <a:spLocks noGrp="1"/>
          </p:cNvSpPr>
          <p:nvPr>
            <p:ph type="title" idx="3" hasCustomPrompt="1"/>
          </p:nvPr>
        </p:nvSpPr>
        <p:spPr>
          <a:xfrm>
            <a:off x="241890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6" name="Google Shape;116;p15"/>
          <p:cNvSpPr txBox="1">
            <a:spLocks noGrp="1"/>
          </p:cNvSpPr>
          <p:nvPr>
            <p:ph type="subTitle" idx="1"/>
          </p:nvPr>
        </p:nvSpPr>
        <p:spPr>
          <a:xfrm>
            <a:off x="188835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17" name="Google Shape;117;p15"/>
          <p:cNvSpPr txBox="1">
            <a:spLocks noGrp="1"/>
          </p:cNvSpPr>
          <p:nvPr>
            <p:ph type="title" idx="4"/>
          </p:nvPr>
        </p:nvSpPr>
        <p:spPr>
          <a:xfrm>
            <a:off x="457215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18" name="Google Shape;118;p15"/>
          <p:cNvSpPr txBox="1">
            <a:spLocks noGrp="1"/>
          </p:cNvSpPr>
          <p:nvPr>
            <p:ph type="title" idx="5" hasCustomPrompt="1"/>
          </p:nvPr>
        </p:nvSpPr>
        <p:spPr>
          <a:xfrm>
            <a:off x="510270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5"/>
          <p:cNvSpPr txBox="1">
            <a:spLocks noGrp="1"/>
          </p:cNvSpPr>
          <p:nvPr>
            <p:ph type="subTitle" idx="6"/>
          </p:nvPr>
        </p:nvSpPr>
        <p:spPr>
          <a:xfrm>
            <a:off x="457215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20" name="Google Shape;120;p15"/>
          <p:cNvSpPr txBox="1">
            <a:spLocks noGrp="1"/>
          </p:cNvSpPr>
          <p:nvPr>
            <p:ph type="title" idx="7"/>
          </p:nvPr>
        </p:nvSpPr>
        <p:spPr>
          <a:xfrm>
            <a:off x="188835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21" name="Google Shape;121;p15"/>
          <p:cNvSpPr txBox="1">
            <a:spLocks noGrp="1"/>
          </p:cNvSpPr>
          <p:nvPr>
            <p:ph type="title" idx="8" hasCustomPrompt="1"/>
          </p:nvPr>
        </p:nvSpPr>
        <p:spPr>
          <a:xfrm>
            <a:off x="241890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2" name="Google Shape;122;p15"/>
          <p:cNvSpPr txBox="1">
            <a:spLocks noGrp="1"/>
          </p:cNvSpPr>
          <p:nvPr>
            <p:ph type="subTitle" idx="9"/>
          </p:nvPr>
        </p:nvSpPr>
        <p:spPr>
          <a:xfrm>
            <a:off x="188835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23" name="Google Shape;123;p15"/>
          <p:cNvSpPr txBox="1">
            <a:spLocks noGrp="1"/>
          </p:cNvSpPr>
          <p:nvPr>
            <p:ph type="title" idx="13"/>
          </p:nvPr>
        </p:nvSpPr>
        <p:spPr>
          <a:xfrm>
            <a:off x="457215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24" name="Google Shape;124;p15"/>
          <p:cNvSpPr txBox="1">
            <a:spLocks noGrp="1"/>
          </p:cNvSpPr>
          <p:nvPr>
            <p:ph type="title" idx="14" hasCustomPrompt="1"/>
          </p:nvPr>
        </p:nvSpPr>
        <p:spPr>
          <a:xfrm>
            <a:off x="510270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5"/>
          <p:cNvSpPr txBox="1">
            <a:spLocks noGrp="1"/>
          </p:cNvSpPr>
          <p:nvPr>
            <p:ph type="subTitle" idx="15"/>
          </p:nvPr>
        </p:nvSpPr>
        <p:spPr>
          <a:xfrm>
            <a:off x="457215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26"/>
        <p:cNvGrpSpPr/>
        <p:nvPr/>
      </p:nvGrpSpPr>
      <p:grpSpPr>
        <a:xfrm>
          <a:off x="0" y="0"/>
          <a:ext cx="0" cy="0"/>
          <a:chOff x="0" y="0"/>
          <a:chExt cx="0" cy="0"/>
        </a:xfrm>
      </p:grpSpPr>
      <p:pic>
        <p:nvPicPr>
          <p:cNvPr id="127" name="Google Shape;127;p16"/>
          <p:cNvPicPr preferRelativeResize="0"/>
          <p:nvPr/>
        </p:nvPicPr>
        <p:blipFill>
          <a:blip r:embed="rId2" cstate="print">
            <a:alphaModFix amt="57000"/>
          </a:blip>
          <a:stretch>
            <a:fillRect/>
          </a:stretch>
        </p:blipFill>
        <p:spPr>
          <a:xfrm rot="10800000">
            <a:off x="2" y="-939100"/>
            <a:ext cx="9144000" cy="5143500"/>
          </a:xfrm>
          <a:prstGeom prst="rect">
            <a:avLst/>
          </a:prstGeom>
          <a:noFill/>
          <a:ln>
            <a:noFill/>
          </a:ln>
        </p:spPr>
      </p:pic>
      <p:pic>
        <p:nvPicPr>
          <p:cNvPr id="128" name="Google Shape;128;p16"/>
          <p:cNvPicPr preferRelativeResize="0"/>
          <p:nvPr/>
        </p:nvPicPr>
        <p:blipFill>
          <a:blip r:embed="rId3" cstate="print">
            <a:alphaModFix amt="30000"/>
          </a:blip>
          <a:stretch>
            <a:fillRect/>
          </a:stretch>
        </p:blipFill>
        <p:spPr>
          <a:xfrm rot="10800000">
            <a:off x="0" y="-947289"/>
            <a:ext cx="9144003" cy="6098978"/>
          </a:xfrm>
          <a:prstGeom prst="rect">
            <a:avLst/>
          </a:prstGeom>
          <a:noFill/>
          <a:ln>
            <a:noFill/>
          </a:ln>
        </p:spPr>
      </p:pic>
      <p:sp>
        <p:nvSpPr>
          <p:cNvPr id="129" name="Google Shape;129;p16"/>
          <p:cNvSpPr txBox="1">
            <a:spLocks noGrp="1"/>
          </p:cNvSpPr>
          <p:nvPr>
            <p:ph type="title"/>
          </p:nvPr>
        </p:nvSpPr>
        <p:spPr>
          <a:xfrm flipH="1">
            <a:off x="2132450" y="1482875"/>
            <a:ext cx="49785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30" name="Google Shape;130;p16"/>
          <p:cNvSpPr txBox="1">
            <a:spLocks noGrp="1"/>
          </p:cNvSpPr>
          <p:nvPr>
            <p:ph type="subTitle" idx="1"/>
          </p:nvPr>
        </p:nvSpPr>
        <p:spPr>
          <a:xfrm flipH="1">
            <a:off x="2132450" y="2389840"/>
            <a:ext cx="4978500" cy="127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31"/>
        <p:cNvGrpSpPr/>
        <p:nvPr/>
      </p:nvGrpSpPr>
      <p:grpSpPr>
        <a:xfrm>
          <a:off x="0" y="0"/>
          <a:ext cx="0" cy="0"/>
          <a:chOff x="0" y="0"/>
          <a:chExt cx="0" cy="0"/>
        </a:xfrm>
      </p:grpSpPr>
      <p:pic>
        <p:nvPicPr>
          <p:cNvPr id="132" name="Google Shape;132;p1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33" name="Google Shape;133;p17"/>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2500"/>
              <a:buNone/>
              <a:defRPr sz="2500"/>
            </a:lvl1pPr>
            <a:lvl2pPr lvl="1">
              <a:spcBef>
                <a:spcPts val="0"/>
              </a:spcBef>
              <a:spcAft>
                <a:spcPts val="0"/>
              </a:spcAft>
              <a:buSzPts val="3500"/>
              <a:buNone/>
              <a:defRPr>
                <a:latin typeface="Cardo"/>
                <a:ea typeface="Cardo"/>
                <a:cs typeface="Cardo"/>
                <a:sym typeface="Cardo"/>
              </a:defRPr>
            </a:lvl2pPr>
            <a:lvl3pPr lvl="2">
              <a:spcBef>
                <a:spcPts val="0"/>
              </a:spcBef>
              <a:spcAft>
                <a:spcPts val="0"/>
              </a:spcAft>
              <a:buSzPts val="3500"/>
              <a:buNone/>
              <a:defRPr>
                <a:latin typeface="Cardo"/>
                <a:ea typeface="Cardo"/>
                <a:cs typeface="Cardo"/>
                <a:sym typeface="Cardo"/>
              </a:defRPr>
            </a:lvl3pPr>
            <a:lvl4pPr lvl="3">
              <a:spcBef>
                <a:spcPts val="0"/>
              </a:spcBef>
              <a:spcAft>
                <a:spcPts val="0"/>
              </a:spcAft>
              <a:buSzPts val="3500"/>
              <a:buNone/>
              <a:defRPr>
                <a:latin typeface="Cardo"/>
                <a:ea typeface="Cardo"/>
                <a:cs typeface="Cardo"/>
                <a:sym typeface="Cardo"/>
              </a:defRPr>
            </a:lvl4pPr>
            <a:lvl5pPr lvl="4">
              <a:spcBef>
                <a:spcPts val="0"/>
              </a:spcBef>
              <a:spcAft>
                <a:spcPts val="0"/>
              </a:spcAft>
              <a:buSzPts val="3500"/>
              <a:buNone/>
              <a:defRPr>
                <a:latin typeface="Cardo"/>
                <a:ea typeface="Cardo"/>
                <a:cs typeface="Cardo"/>
                <a:sym typeface="Cardo"/>
              </a:defRPr>
            </a:lvl5pPr>
            <a:lvl6pPr lvl="5">
              <a:spcBef>
                <a:spcPts val="0"/>
              </a:spcBef>
              <a:spcAft>
                <a:spcPts val="0"/>
              </a:spcAft>
              <a:buSzPts val="3500"/>
              <a:buNone/>
              <a:defRPr>
                <a:latin typeface="Cardo"/>
                <a:ea typeface="Cardo"/>
                <a:cs typeface="Cardo"/>
                <a:sym typeface="Cardo"/>
              </a:defRPr>
            </a:lvl6pPr>
            <a:lvl7pPr lvl="6">
              <a:spcBef>
                <a:spcPts val="0"/>
              </a:spcBef>
              <a:spcAft>
                <a:spcPts val="0"/>
              </a:spcAft>
              <a:buSzPts val="3500"/>
              <a:buNone/>
              <a:defRPr>
                <a:latin typeface="Cardo"/>
                <a:ea typeface="Cardo"/>
                <a:cs typeface="Cardo"/>
                <a:sym typeface="Cardo"/>
              </a:defRPr>
            </a:lvl7pPr>
            <a:lvl8pPr lvl="7">
              <a:spcBef>
                <a:spcPts val="0"/>
              </a:spcBef>
              <a:spcAft>
                <a:spcPts val="0"/>
              </a:spcAft>
              <a:buSzPts val="3500"/>
              <a:buNone/>
              <a:defRPr>
                <a:latin typeface="Cardo"/>
                <a:ea typeface="Cardo"/>
                <a:cs typeface="Cardo"/>
                <a:sym typeface="Cardo"/>
              </a:defRPr>
            </a:lvl8pPr>
            <a:lvl9pPr lvl="8">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grpSp>
        <p:nvGrpSpPr>
          <p:cNvPr id="2" name="Google Shape;134;p17"/>
          <p:cNvGrpSpPr/>
          <p:nvPr/>
        </p:nvGrpSpPr>
        <p:grpSpPr>
          <a:xfrm>
            <a:off x="0" y="-805349"/>
            <a:ext cx="9763800" cy="7934649"/>
            <a:chOff x="0" y="-805349"/>
            <a:chExt cx="9763800" cy="7934649"/>
          </a:xfrm>
        </p:grpSpPr>
        <p:pic>
          <p:nvPicPr>
            <p:cNvPr id="135" name="Google Shape;135;p17"/>
            <p:cNvPicPr preferRelativeResize="0"/>
            <p:nvPr/>
          </p:nvPicPr>
          <p:blipFill>
            <a:blip r:embed="rId3" cstate="print">
              <a:alphaModFix amt="21000"/>
            </a:blip>
            <a:stretch>
              <a:fillRect/>
            </a:stretch>
          </p:blipFill>
          <p:spPr>
            <a:xfrm rot="-5400000">
              <a:off x="-2349749" y="2349750"/>
              <a:ext cx="7129298" cy="2429801"/>
            </a:xfrm>
            <a:prstGeom prst="rect">
              <a:avLst/>
            </a:prstGeom>
            <a:noFill/>
            <a:ln>
              <a:noFill/>
            </a:ln>
          </p:spPr>
        </p:pic>
        <p:pic>
          <p:nvPicPr>
            <p:cNvPr id="136" name="Google Shape;136;p17"/>
            <p:cNvPicPr preferRelativeResize="0"/>
            <p:nvPr/>
          </p:nvPicPr>
          <p:blipFill>
            <a:blip r:embed="rId4" cstate="print">
              <a:alphaModFix amt="40000"/>
            </a:blip>
            <a:stretch>
              <a:fillRect/>
            </a:stretch>
          </p:blipFill>
          <p:spPr>
            <a:xfrm>
              <a:off x="7439551" y="-805349"/>
              <a:ext cx="2324250" cy="2294753"/>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37"/>
        <p:cNvGrpSpPr/>
        <p:nvPr/>
      </p:nvGrpSpPr>
      <p:grpSpPr>
        <a:xfrm>
          <a:off x="0" y="0"/>
          <a:ext cx="0" cy="0"/>
          <a:chOff x="0" y="0"/>
          <a:chExt cx="0" cy="0"/>
        </a:xfrm>
      </p:grpSpPr>
      <p:pic>
        <p:nvPicPr>
          <p:cNvPr id="138" name="Google Shape;138;p1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39" name="Google Shape;139;p18"/>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pic>
        <p:nvPicPr>
          <p:cNvPr id="140" name="Google Shape;140;p18"/>
          <p:cNvPicPr preferRelativeResize="0"/>
          <p:nvPr/>
        </p:nvPicPr>
        <p:blipFill>
          <a:blip r:embed="rId3" cstate="print">
            <a:alphaModFix amt="60000"/>
          </a:blip>
          <a:stretch>
            <a:fillRect/>
          </a:stretch>
        </p:blipFill>
        <p:spPr>
          <a:xfrm>
            <a:off x="-1029327" y="3181250"/>
            <a:ext cx="2881223" cy="2929874"/>
          </a:xfrm>
          <a:prstGeom prst="rect">
            <a:avLst/>
          </a:prstGeom>
          <a:noFill/>
          <a:ln>
            <a:noFill/>
          </a:ln>
        </p:spPr>
      </p:pic>
      <p:pic>
        <p:nvPicPr>
          <p:cNvPr id="141" name="Google Shape;141;p18"/>
          <p:cNvPicPr preferRelativeResize="0"/>
          <p:nvPr/>
        </p:nvPicPr>
        <p:blipFill>
          <a:blip r:embed="rId4" cstate="print">
            <a:alphaModFix/>
          </a:blip>
          <a:stretch>
            <a:fillRect/>
          </a:stretch>
        </p:blipFill>
        <p:spPr>
          <a:xfrm rot="9116214">
            <a:off x="7511526" y="565727"/>
            <a:ext cx="2981601" cy="4012048"/>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42"/>
        <p:cNvGrpSpPr/>
        <p:nvPr/>
      </p:nvGrpSpPr>
      <p:grpSpPr>
        <a:xfrm>
          <a:off x="0" y="0"/>
          <a:ext cx="0" cy="0"/>
          <a:chOff x="0" y="0"/>
          <a:chExt cx="0" cy="0"/>
        </a:xfrm>
      </p:grpSpPr>
      <p:pic>
        <p:nvPicPr>
          <p:cNvPr id="143" name="Google Shape;143;p1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44;p19"/>
          <p:cNvGrpSpPr/>
          <p:nvPr/>
        </p:nvGrpSpPr>
        <p:grpSpPr>
          <a:xfrm>
            <a:off x="-576577" y="-1474725"/>
            <a:ext cx="10363825" cy="2929874"/>
            <a:chOff x="-576577" y="-1227375"/>
            <a:chExt cx="10363825" cy="2929874"/>
          </a:xfrm>
        </p:grpSpPr>
        <p:pic>
          <p:nvPicPr>
            <p:cNvPr id="145" name="Google Shape;145;p19"/>
            <p:cNvPicPr preferRelativeResize="0"/>
            <p:nvPr/>
          </p:nvPicPr>
          <p:blipFill>
            <a:blip r:embed="rId3" cstate="print">
              <a:alphaModFix amt="52000"/>
            </a:blip>
            <a:stretch>
              <a:fillRect/>
            </a:stretch>
          </p:blipFill>
          <p:spPr>
            <a:xfrm flipH="1">
              <a:off x="7474223" y="-1184322"/>
              <a:ext cx="2313025" cy="2519726"/>
            </a:xfrm>
            <a:prstGeom prst="rect">
              <a:avLst/>
            </a:prstGeom>
            <a:noFill/>
            <a:ln>
              <a:noFill/>
            </a:ln>
          </p:spPr>
        </p:pic>
        <p:pic>
          <p:nvPicPr>
            <p:cNvPr id="146" name="Google Shape;146;p19"/>
            <p:cNvPicPr preferRelativeResize="0"/>
            <p:nvPr/>
          </p:nvPicPr>
          <p:blipFill>
            <a:blip r:embed="rId4" cstate="print">
              <a:alphaModFix amt="57000"/>
            </a:blip>
            <a:stretch>
              <a:fillRect/>
            </a:stretch>
          </p:blipFill>
          <p:spPr>
            <a:xfrm>
              <a:off x="-576577" y="-1227375"/>
              <a:ext cx="2881223" cy="2929874"/>
            </a:xfrm>
            <a:prstGeom prst="rect">
              <a:avLst/>
            </a:prstGeom>
            <a:noFill/>
            <a:ln>
              <a:noFill/>
            </a:ln>
          </p:spPr>
        </p:pic>
      </p:grpSp>
      <p:sp>
        <p:nvSpPr>
          <p:cNvPr id="147" name="Google Shape;147;p19"/>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48"/>
        <p:cNvGrpSpPr/>
        <p:nvPr/>
      </p:nvGrpSpPr>
      <p:grpSpPr>
        <a:xfrm>
          <a:off x="0" y="0"/>
          <a:ext cx="0" cy="0"/>
          <a:chOff x="0" y="0"/>
          <a:chExt cx="0" cy="0"/>
        </a:xfrm>
      </p:grpSpPr>
      <p:pic>
        <p:nvPicPr>
          <p:cNvPr id="149" name="Google Shape;149;p2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50" name="Google Shape;150;p20"/>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grpSp>
        <p:nvGrpSpPr>
          <p:cNvPr id="2" name="Google Shape;151;p20"/>
          <p:cNvGrpSpPr/>
          <p:nvPr/>
        </p:nvGrpSpPr>
        <p:grpSpPr>
          <a:xfrm>
            <a:off x="-1846500" y="-1386399"/>
            <a:ext cx="11304528" cy="8107960"/>
            <a:chOff x="-1846500" y="-1386399"/>
            <a:chExt cx="11304528" cy="8107960"/>
          </a:xfrm>
        </p:grpSpPr>
        <p:pic>
          <p:nvPicPr>
            <p:cNvPr id="152" name="Google Shape;152;p20"/>
            <p:cNvPicPr preferRelativeResize="0"/>
            <p:nvPr/>
          </p:nvPicPr>
          <p:blipFill>
            <a:blip r:embed="rId3" cstate="print">
              <a:alphaModFix amt="35000"/>
            </a:blip>
            <a:stretch>
              <a:fillRect/>
            </a:stretch>
          </p:blipFill>
          <p:spPr>
            <a:xfrm>
              <a:off x="6686275" y="-1386399"/>
              <a:ext cx="2771753" cy="2736575"/>
            </a:xfrm>
            <a:prstGeom prst="rect">
              <a:avLst/>
            </a:prstGeom>
            <a:noFill/>
            <a:ln>
              <a:noFill/>
            </a:ln>
          </p:spPr>
        </p:pic>
        <p:pic>
          <p:nvPicPr>
            <p:cNvPr id="153" name="Google Shape;153;p20"/>
            <p:cNvPicPr preferRelativeResize="0"/>
            <p:nvPr/>
          </p:nvPicPr>
          <p:blipFill>
            <a:blip r:embed="rId4" cstate="print">
              <a:alphaModFix amt="47000"/>
            </a:blip>
            <a:stretch>
              <a:fillRect/>
            </a:stretch>
          </p:blipFill>
          <p:spPr>
            <a:xfrm rot="5203858">
              <a:off x="-1631029" y="3518279"/>
              <a:ext cx="2980001" cy="3246294"/>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154"/>
        <p:cNvGrpSpPr/>
        <p:nvPr/>
      </p:nvGrpSpPr>
      <p:grpSpPr>
        <a:xfrm>
          <a:off x="0" y="0"/>
          <a:ext cx="0" cy="0"/>
          <a:chOff x="0" y="0"/>
          <a:chExt cx="0" cy="0"/>
        </a:xfrm>
      </p:grpSpPr>
      <p:pic>
        <p:nvPicPr>
          <p:cNvPr id="155" name="Google Shape;155;p2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56" name="Google Shape;156;p21"/>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grpSp>
        <p:nvGrpSpPr>
          <p:cNvPr id="2" name="Google Shape;157;p21"/>
          <p:cNvGrpSpPr/>
          <p:nvPr/>
        </p:nvGrpSpPr>
        <p:grpSpPr>
          <a:xfrm>
            <a:off x="-2260370" y="-3743099"/>
            <a:ext cx="14611870" cy="7885148"/>
            <a:chOff x="-2459845" y="-4046299"/>
            <a:chExt cx="14611870" cy="7885148"/>
          </a:xfrm>
        </p:grpSpPr>
        <p:pic>
          <p:nvPicPr>
            <p:cNvPr id="158" name="Google Shape;158;p21"/>
            <p:cNvPicPr preferRelativeResize="0"/>
            <p:nvPr/>
          </p:nvPicPr>
          <p:blipFill>
            <a:blip r:embed="rId3" cstate="print">
              <a:alphaModFix amt="32000"/>
            </a:blip>
            <a:stretch>
              <a:fillRect/>
            </a:stretch>
          </p:blipFill>
          <p:spPr>
            <a:xfrm rot="-10558877">
              <a:off x="-2298947" y="-1597926"/>
              <a:ext cx="3030302" cy="4698000"/>
            </a:xfrm>
            <a:prstGeom prst="rect">
              <a:avLst/>
            </a:prstGeom>
            <a:noFill/>
            <a:ln>
              <a:noFill/>
            </a:ln>
          </p:spPr>
        </p:pic>
        <p:pic>
          <p:nvPicPr>
            <p:cNvPr id="159" name="Google Shape;159;p21"/>
            <p:cNvPicPr preferRelativeResize="0"/>
            <p:nvPr/>
          </p:nvPicPr>
          <p:blipFill>
            <a:blip r:embed="rId4" cstate="print">
              <a:alphaModFix amt="50000"/>
            </a:blip>
            <a:stretch>
              <a:fillRect/>
            </a:stretch>
          </p:blipFill>
          <p:spPr>
            <a:xfrm>
              <a:off x="8428901" y="-4046299"/>
              <a:ext cx="3723124" cy="7885148"/>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160"/>
        <p:cNvGrpSpPr/>
        <p:nvPr/>
      </p:nvGrpSpPr>
      <p:grpSpPr>
        <a:xfrm>
          <a:off x="0" y="0"/>
          <a:ext cx="0" cy="0"/>
          <a:chOff x="0" y="0"/>
          <a:chExt cx="0" cy="0"/>
        </a:xfrm>
      </p:grpSpPr>
      <p:pic>
        <p:nvPicPr>
          <p:cNvPr id="161" name="Google Shape;161;p2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62" name="Google Shape;162;p22"/>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63"/>
        <p:cNvGrpSpPr/>
        <p:nvPr/>
      </p:nvGrpSpPr>
      <p:grpSpPr>
        <a:xfrm>
          <a:off x="0" y="0"/>
          <a:ext cx="0" cy="0"/>
          <a:chOff x="0" y="0"/>
          <a:chExt cx="0" cy="0"/>
        </a:xfrm>
      </p:grpSpPr>
      <p:pic>
        <p:nvPicPr>
          <p:cNvPr id="164" name="Google Shape;164;p2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65" name="Google Shape;165;p23"/>
          <p:cNvSpPr txBox="1">
            <a:spLocks noGrp="1"/>
          </p:cNvSpPr>
          <p:nvPr>
            <p:ph type="title"/>
          </p:nvPr>
        </p:nvSpPr>
        <p:spPr>
          <a:xfrm>
            <a:off x="4237673" y="1775425"/>
            <a:ext cx="2768400" cy="1117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66" name="Google Shape;166;p23"/>
          <p:cNvSpPr txBox="1">
            <a:spLocks noGrp="1"/>
          </p:cNvSpPr>
          <p:nvPr>
            <p:ph type="title" idx="2" hasCustomPrompt="1"/>
          </p:nvPr>
        </p:nvSpPr>
        <p:spPr>
          <a:xfrm>
            <a:off x="2474011" y="1592863"/>
            <a:ext cx="2112300" cy="14139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67" name="Google Shape;167;p23"/>
          <p:cNvSpPr txBox="1">
            <a:spLocks noGrp="1"/>
          </p:cNvSpPr>
          <p:nvPr>
            <p:ph type="subTitle" idx="1"/>
          </p:nvPr>
        </p:nvSpPr>
        <p:spPr>
          <a:xfrm>
            <a:off x="4237673" y="3149536"/>
            <a:ext cx="27684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pic>
        <p:nvPicPr>
          <p:cNvPr id="168" name="Google Shape;168;p23"/>
          <p:cNvPicPr preferRelativeResize="0"/>
          <p:nvPr/>
        </p:nvPicPr>
        <p:blipFill>
          <a:blip r:embed="rId3" cstate="print">
            <a:alphaModFix amt="30000"/>
          </a:blip>
          <a:stretch>
            <a:fillRect/>
          </a:stretch>
        </p:blipFill>
        <p:spPr>
          <a:xfrm>
            <a:off x="0" y="-5"/>
            <a:ext cx="9144003" cy="3116462"/>
          </a:xfrm>
          <a:prstGeom prst="rect">
            <a:avLst/>
          </a:prstGeom>
          <a:noFill/>
          <a:ln>
            <a:noFill/>
          </a:ln>
        </p:spPr>
      </p:pic>
      <p:pic>
        <p:nvPicPr>
          <p:cNvPr id="169" name="Google Shape;169;p23"/>
          <p:cNvPicPr preferRelativeResize="0"/>
          <p:nvPr/>
        </p:nvPicPr>
        <p:blipFill>
          <a:blip r:embed="rId4" cstate="print">
            <a:alphaModFix amt="49000"/>
          </a:blip>
          <a:stretch>
            <a:fillRect/>
          </a:stretch>
        </p:blipFill>
        <p:spPr>
          <a:xfrm rot="5400000" flipH="1">
            <a:off x="6321149" y="2509026"/>
            <a:ext cx="2028050" cy="429514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70"/>
        <p:cNvGrpSpPr/>
        <p:nvPr/>
      </p:nvGrpSpPr>
      <p:grpSpPr>
        <a:xfrm>
          <a:off x="0" y="0"/>
          <a:ext cx="0" cy="0"/>
          <a:chOff x="0" y="0"/>
          <a:chExt cx="0" cy="0"/>
        </a:xfrm>
      </p:grpSpPr>
      <p:pic>
        <p:nvPicPr>
          <p:cNvPr id="171" name="Google Shape;171;p2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72" name="Google Shape;172;p24"/>
          <p:cNvPicPr preferRelativeResize="0"/>
          <p:nvPr/>
        </p:nvPicPr>
        <p:blipFill>
          <a:blip r:embed="rId3" cstate="print">
            <a:alphaModFix amt="30000"/>
          </a:blip>
          <a:stretch>
            <a:fillRect/>
          </a:stretch>
        </p:blipFill>
        <p:spPr>
          <a:xfrm>
            <a:off x="0" y="-7"/>
            <a:ext cx="9144003" cy="6094507"/>
          </a:xfrm>
          <a:prstGeom prst="rect">
            <a:avLst/>
          </a:prstGeom>
          <a:noFill/>
          <a:ln>
            <a:noFill/>
          </a:ln>
        </p:spPr>
      </p:pic>
      <p:pic>
        <p:nvPicPr>
          <p:cNvPr id="173" name="Google Shape;173;p24"/>
          <p:cNvPicPr preferRelativeResize="0"/>
          <p:nvPr/>
        </p:nvPicPr>
        <p:blipFill>
          <a:blip r:embed="rId4" cstate="print">
            <a:alphaModFix amt="44000"/>
          </a:blip>
          <a:stretch>
            <a:fillRect/>
          </a:stretch>
        </p:blipFill>
        <p:spPr>
          <a:xfrm>
            <a:off x="-844998" y="-1237050"/>
            <a:ext cx="4705600" cy="4785050"/>
          </a:xfrm>
          <a:prstGeom prst="rect">
            <a:avLst/>
          </a:prstGeom>
          <a:noFill/>
          <a:ln>
            <a:noFill/>
          </a:ln>
        </p:spPr>
      </p:pic>
      <p:sp>
        <p:nvSpPr>
          <p:cNvPr id="174" name="Google Shape;174;p24"/>
          <p:cNvSpPr txBox="1">
            <a:spLocks noGrp="1"/>
          </p:cNvSpPr>
          <p:nvPr>
            <p:ph type="title"/>
          </p:nvPr>
        </p:nvSpPr>
        <p:spPr>
          <a:xfrm>
            <a:off x="1887557" y="1850495"/>
            <a:ext cx="2971800" cy="1117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75" name="Google Shape;175;p24"/>
          <p:cNvSpPr txBox="1">
            <a:spLocks noGrp="1"/>
          </p:cNvSpPr>
          <p:nvPr>
            <p:ph type="title" idx="2" hasCustomPrompt="1"/>
          </p:nvPr>
        </p:nvSpPr>
        <p:spPr>
          <a:xfrm>
            <a:off x="5091347" y="1436750"/>
            <a:ext cx="2165100" cy="1867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6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76" name="Google Shape;176;p24"/>
          <p:cNvSpPr txBox="1">
            <a:spLocks noGrp="1"/>
          </p:cNvSpPr>
          <p:nvPr>
            <p:ph type="subTitle" idx="1"/>
          </p:nvPr>
        </p:nvSpPr>
        <p:spPr>
          <a:xfrm>
            <a:off x="1892557" y="3192962"/>
            <a:ext cx="29718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77"/>
        <p:cNvGrpSpPr/>
        <p:nvPr/>
      </p:nvGrpSpPr>
      <p:grpSpPr>
        <a:xfrm>
          <a:off x="0" y="0"/>
          <a:ext cx="0" cy="0"/>
          <a:chOff x="0" y="0"/>
          <a:chExt cx="0" cy="0"/>
        </a:xfrm>
      </p:grpSpPr>
      <p:pic>
        <p:nvPicPr>
          <p:cNvPr id="178" name="Google Shape;178;p2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79" name="Google Shape;179;p25"/>
          <p:cNvPicPr preferRelativeResize="0"/>
          <p:nvPr/>
        </p:nvPicPr>
        <p:blipFill>
          <a:blip r:embed="rId3" cstate="print">
            <a:alphaModFix amt="30000"/>
          </a:blip>
          <a:stretch>
            <a:fillRect/>
          </a:stretch>
        </p:blipFill>
        <p:spPr>
          <a:xfrm>
            <a:off x="0" y="-947289"/>
            <a:ext cx="9144003" cy="6098978"/>
          </a:xfrm>
          <a:prstGeom prst="rect">
            <a:avLst/>
          </a:prstGeom>
          <a:noFill/>
          <a:ln>
            <a:noFill/>
          </a:ln>
        </p:spPr>
      </p:pic>
      <p:grpSp>
        <p:nvGrpSpPr>
          <p:cNvPr id="2" name="Google Shape;180;p25"/>
          <p:cNvGrpSpPr/>
          <p:nvPr/>
        </p:nvGrpSpPr>
        <p:grpSpPr>
          <a:xfrm>
            <a:off x="7353187" y="285158"/>
            <a:ext cx="1435761" cy="1460042"/>
            <a:chOff x="557362" y="374583"/>
            <a:chExt cx="1435761" cy="1460042"/>
          </a:xfrm>
        </p:grpSpPr>
        <p:pic>
          <p:nvPicPr>
            <p:cNvPr id="181" name="Google Shape;181;p25"/>
            <p:cNvPicPr preferRelativeResize="0"/>
            <p:nvPr/>
          </p:nvPicPr>
          <p:blipFill>
            <a:blip r:embed="rId4" cstate="print">
              <a:alphaModFix amt="49000"/>
            </a:blip>
            <a:stretch>
              <a:fillRect/>
            </a:stretch>
          </p:blipFill>
          <p:spPr>
            <a:xfrm>
              <a:off x="715100" y="535000"/>
              <a:ext cx="1278024" cy="1299625"/>
            </a:xfrm>
            <a:prstGeom prst="rect">
              <a:avLst/>
            </a:prstGeom>
            <a:noFill/>
            <a:ln>
              <a:noFill/>
            </a:ln>
          </p:spPr>
        </p:pic>
        <p:pic>
          <p:nvPicPr>
            <p:cNvPr id="182" name="Google Shape;182;p25"/>
            <p:cNvPicPr preferRelativeResize="0"/>
            <p:nvPr/>
          </p:nvPicPr>
          <p:blipFill>
            <a:blip r:embed="rId5" cstate="print">
              <a:alphaModFix amt="44000"/>
            </a:blip>
            <a:stretch>
              <a:fillRect/>
            </a:stretch>
          </p:blipFill>
          <p:spPr>
            <a:xfrm flipH="1">
              <a:off x="557362" y="374583"/>
              <a:ext cx="315473" cy="320824"/>
            </a:xfrm>
            <a:prstGeom prst="rect">
              <a:avLst/>
            </a:prstGeom>
            <a:noFill/>
            <a:ln>
              <a:noFill/>
            </a:ln>
          </p:spPr>
        </p:pic>
      </p:grpSp>
      <p:sp>
        <p:nvSpPr>
          <p:cNvPr id="183" name="Google Shape;183;p25"/>
          <p:cNvSpPr txBox="1">
            <a:spLocks noGrp="1"/>
          </p:cNvSpPr>
          <p:nvPr>
            <p:ph type="title"/>
          </p:nvPr>
        </p:nvSpPr>
        <p:spPr>
          <a:xfrm>
            <a:off x="2655850" y="1107700"/>
            <a:ext cx="3832200" cy="111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84" name="Google Shape;184;p25"/>
          <p:cNvSpPr txBox="1">
            <a:spLocks noGrp="1"/>
          </p:cNvSpPr>
          <p:nvPr>
            <p:ph type="title" idx="2" hasCustomPrompt="1"/>
          </p:nvPr>
        </p:nvSpPr>
        <p:spPr>
          <a:xfrm>
            <a:off x="2996500" y="3147250"/>
            <a:ext cx="3150900" cy="107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85" name="Google Shape;185;p25"/>
          <p:cNvSpPr txBox="1">
            <a:spLocks noGrp="1"/>
          </p:cNvSpPr>
          <p:nvPr>
            <p:ph type="subTitle" idx="1"/>
          </p:nvPr>
        </p:nvSpPr>
        <p:spPr>
          <a:xfrm>
            <a:off x="3187750" y="2483994"/>
            <a:ext cx="2768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4">
  <p:cSld name="Section header 4">
    <p:spTree>
      <p:nvGrpSpPr>
        <p:cNvPr id="1" name="Shape 186"/>
        <p:cNvGrpSpPr/>
        <p:nvPr/>
      </p:nvGrpSpPr>
      <p:grpSpPr>
        <a:xfrm>
          <a:off x="0" y="0"/>
          <a:ext cx="0" cy="0"/>
          <a:chOff x="0" y="0"/>
          <a:chExt cx="0" cy="0"/>
        </a:xfrm>
      </p:grpSpPr>
      <p:pic>
        <p:nvPicPr>
          <p:cNvPr id="187" name="Google Shape;187;p2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88" name="Google Shape;188;p26"/>
          <p:cNvPicPr preferRelativeResize="0"/>
          <p:nvPr/>
        </p:nvPicPr>
        <p:blipFill>
          <a:blip r:embed="rId3" cstate="print">
            <a:alphaModFix amt="30000"/>
          </a:blip>
          <a:stretch>
            <a:fillRect/>
          </a:stretch>
        </p:blipFill>
        <p:spPr>
          <a:xfrm rot="10800000">
            <a:off x="0" y="-431300"/>
            <a:ext cx="9144003" cy="6098975"/>
          </a:xfrm>
          <a:prstGeom prst="rect">
            <a:avLst/>
          </a:prstGeom>
          <a:noFill/>
          <a:ln>
            <a:noFill/>
          </a:ln>
        </p:spPr>
      </p:pic>
      <p:sp>
        <p:nvSpPr>
          <p:cNvPr id="189" name="Google Shape;189;p26"/>
          <p:cNvSpPr txBox="1">
            <a:spLocks noGrp="1"/>
          </p:cNvSpPr>
          <p:nvPr>
            <p:ph type="title"/>
          </p:nvPr>
        </p:nvSpPr>
        <p:spPr>
          <a:xfrm>
            <a:off x="3992510" y="1565802"/>
            <a:ext cx="3832200" cy="1117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90" name="Google Shape;190;p26"/>
          <p:cNvSpPr txBox="1">
            <a:spLocks noGrp="1"/>
          </p:cNvSpPr>
          <p:nvPr>
            <p:ph type="title" idx="2" hasCustomPrompt="1"/>
          </p:nvPr>
        </p:nvSpPr>
        <p:spPr>
          <a:xfrm>
            <a:off x="2265764" y="1514510"/>
            <a:ext cx="3150900" cy="1079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91" name="Google Shape;191;p26"/>
          <p:cNvSpPr txBox="1">
            <a:spLocks noGrp="1"/>
          </p:cNvSpPr>
          <p:nvPr>
            <p:ph type="subTitle" idx="1"/>
          </p:nvPr>
        </p:nvSpPr>
        <p:spPr>
          <a:xfrm>
            <a:off x="3992510" y="2929678"/>
            <a:ext cx="27684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5">
  <p:cSld name="Section header 5">
    <p:spTree>
      <p:nvGrpSpPr>
        <p:cNvPr id="1" name="Shape 192"/>
        <p:cNvGrpSpPr/>
        <p:nvPr/>
      </p:nvGrpSpPr>
      <p:grpSpPr>
        <a:xfrm>
          <a:off x="0" y="0"/>
          <a:ext cx="0" cy="0"/>
          <a:chOff x="0" y="0"/>
          <a:chExt cx="0" cy="0"/>
        </a:xfrm>
      </p:grpSpPr>
      <p:pic>
        <p:nvPicPr>
          <p:cNvPr id="193" name="Google Shape;193;p2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94;p27"/>
          <p:cNvGrpSpPr/>
          <p:nvPr/>
        </p:nvGrpSpPr>
        <p:grpSpPr>
          <a:xfrm>
            <a:off x="-663524" y="-279925"/>
            <a:ext cx="5639853" cy="7085221"/>
            <a:chOff x="-663524" y="-279925"/>
            <a:chExt cx="5639853" cy="7085221"/>
          </a:xfrm>
        </p:grpSpPr>
        <p:pic>
          <p:nvPicPr>
            <p:cNvPr id="195" name="Google Shape;195;p27"/>
            <p:cNvPicPr preferRelativeResize="0"/>
            <p:nvPr/>
          </p:nvPicPr>
          <p:blipFill>
            <a:blip r:embed="rId3" cstate="print">
              <a:alphaModFix amt="26000"/>
            </a:blip>
            <a:stretch>
              <a:fillRect/>
            </a:stretch>
          </p:blipFill>
          <p:spPr>
            <a:xfrm rot="8851044" flipH="1">
              <a:off x="905324" y="1640501"/>
              <a:ext cx="3042426" cy="4716799"/>
            </a:xfrm>
            <a:prstGeom prst="rect">
              <a:avLst/>
            </a:prstGeom>
            <a:noFill/>
            <a:ln>
              <a:noFill/>
            </a:ln>
          </p:spPr>
        </p:pic>
        <p:pic>
          <p:nvPicPr>
            <p:cNvPr id="196" name="Google Shape;196;p27"/>
            <p:cNvPicPr preferRelativeResize="0"/>
            <p:nvPr/>
          </p:nvPicPr>
          <p:blipFill>
            <a:blip r:embed="rId4" cstate="print">
              <a:alphaModFix amt="37000"/>
            </a:blip>
            <a:stretch>
              <a:fillRect/>
            </a:stretch>
          </p:blipFill>
          <p:spPr>
            <a:xfrm>
              <a:off x="1578325" y="-229924"/>
              <a:ext cx="660099" cy="671252"/>
            </a:xfrm>
            <a:prstGeom prst="rect">
              <a:avLst/>
            </a:prstGeom>
            <a:noFill/>
            <a:ln>
              <a:noFill/>
            </a:ln>
          </p:spPr>
        </p:pic>
        <p:pic>
          <p:nvPicPr>
            <p:cNvPr id="197" name="Google Shape;197;p27"/>
            <p:cNvPicPr preferRelativeResize="0"/>
            <p:nvPr/>
          </p:nvPicPr>
          <p:blipFill>
            <a:blip r:embed="rId5" cstate="print">
              <a:alphaModFix amt="33000"/>
            </a:blip>
            <a:stretch>
              <a:fillRect/>
            </a:stretch>
          </p:blipFill>
          <p:spPr>
            <a:xfrm flipH="1">
              <a:off x="-663524" y="-279925"/>
              <a:ext cx="1947024" cy="1980027"/>
            </a:xfrm>
            <a:prstGeom prst="rect">
              <a:avLst/>
            </a:prstGeom>
            <a:noFill/>
            <a:ln>
              <a:noFill/>
            </a:ln>
          </p:spPr>
        </p:pic>
      </p:grpSp>
      <p:sp>
        <p:nvSpPr>
          <p:cNvPr id="198" name="Google Shape;198;p27"/>
          <p:cNvSpPr txBox="1">
            <a:spLocks noGrp="1"/>
          </p:cNvSpPr>
          <p:nvPr>
            <p:ph type="title"/>
          </p:nvPr>
        </p:nvSpPr>
        <p:spPr>
          <a:xfrm>
            <a:off x="1976457" y="1562421"/>
            <a:ext cx="3150900" cy="1117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99" name="Google Shape;199;p27"/>
          <p:cNvSpPr txBox="1">
            <a:spLocks noGrp="1"/>
          </p:cNvSpPr>
          <p:nvPr>
            <p:ph type="title" idx="2" hasCustomPrompt="1"/>
          </p:nvPr>
        </p:nvSpPr>
        <p:spPr>
          <a:xfrm>
            <a:off x="3748582" y="1549507"/>
            <a:ext cx="3150900" cy="1079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200" name="Google Shape;200;p27"/>
          <p:cNvSpPr txBox="1">
            <a:spLocks noGrp="1"/>
          </p:cNvSpPr>
          <p:nvPr>
            <p:ph type="subTitle" idx="1"/>
          </p:nvPr>
        </p:nvSpPr>
        <p:spPr>
          <a:xfrm>
            <a:off x="2155557" y="2933311"/>
            <a:ext cx="29718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01"/>
        <p:cNvGrpSpPr/>
        <p:nvPr/>
      </p:nvGrpSpPr>
      <p:grpSpPr>
        <a:xfrm>
          <a:off x="0" y="0"/>
          <a:ext cx="0" cy="0"/>
          <a:chOff x="0" y="0"/>
          <a:chExt cx="0" cy="0"/>
        </a:xfrm>
      </p:grpSpPr>
      <p:pic>
        <p:nvPicPr>
          <p:cNvPr id="202" name="Google Shape;202;p2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203" name="Google Shape;203;p28"/>
          <p:cNvSpPr txBox="1">
            <a:spLocks noGrp="1"/>
          </p:cNvSpPr>
          <p:nvPr>
            <p:ph type="title"/>
          </p:nvPr>
        </p:nvSpPr>
        <p:spPr>
          <a:xfrm>
            <a:off x="3865000" y="3575328"/>
            <a:ext cx="4563900" cy="53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1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rPr lang="en-US"/>
              <a:t>Click to edit Master title style</a:t>
            </a:r>
            <a:endParaRPr/>
          </a:p>
        </p:txBody>
      </p:sp>
      <p:sp>
        <p:nvSpPr>
          <p:cNvPr id="204" name="Google Shape;204;p28"/>
          <p:cNvSpPr txBox="1">
            <a:spLocks noGrp="1"/>
          </p:cNvSpPr>
          <p:nvPr>
            <p:ph type="subTitle" idx="1"/>
          </p:nvPr>
        </p:nvSpPr>
        <p:spPr>
          <a:xfrm>
            <a:off x="2462250" y="1347275"/>
            <a:ext cx="5967000" cy="2077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500"/>
              <a:buNone/>
              <a:defRPr sz="3000">
                <a:solidFill>
                  <a:schemeClr val="dk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r>
              <a:rPr lang="en-US"/>
              <a:t>Click to edit Master subtitle style</a:t>
            </a:r>
            <a:endParaRPr/>
          </a:p>
        </p:txBody>
      </p:sp>
      <p:pic>
        <p:nvPicPr>
          <p:cNvPr id="205" name="Google Shape;205;p28"/>
          <p:cNvPicPr preferRelativeResize="0"/>
          <p:nvPr/>
        </p:nvPicPr>
        <p:blipFill>
          <a:blip r:embed="rId3" cstate="print">
            <a:alphaModFix amt="21000"/>
          </a:blip>
          <a:stretch>
            <a:fillRect/>
          </a:stretch>
        </p:blipFill>
        <p:spPr>
          <a:xfrm rot="1586418">
            <a:off x="-764950" y="60749"/>
            <a:ext cx="3165078" cy="4906957"/>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06"/>
        <p:cNvGrpSpPr/>
        <p:nvPr/>
      </p:nvGrpSpPr>
      <p:grpSpPr>
        <a:xfrm>
          <a:off x="0" y="0"/>
          <a:ext cx="0" cy="0"/>
          <a:chOff x="0" y="0"/>
          <a:chExt cx="0" cy="0"/>
        </a:xfrm>
      </p:grpSpPr>
      <p:pic>
        <p:nvPicPr>
          <p:cNvPr id="207" name="Google Shape;207;p2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208;p29"/>
          <p:cNvGrpSpPr/>
          <p:nvPr/>
        </p:nvGrpSpPr>
        <p:grpSpPr>
          <a:xfrm>
            <a:off x="-1078051" y="-828301"/>
            <a:ext cx="10800649" cy="6495486"/>
            <a:chOff x="-1078051" y="-828301"/>
            <a:chExt cx="10800649" cy="6495486"/>
          </a:xfrm>
        </p:grpSpPr>
        <p:pic>
          <p:nvPicPr>
            <p:cNvPr id="209" name="Google Shape;209;p29"/>
            <p:cNvPicPr preferRelativeResize="0"/>
            <p:nvPr/>
          </p:nvPicPr>
          <p:blipFill>
            <a:blip r:embed="rId3" cstate="print">
              <a:alphaModFix amt="44000"/>
            </a:blip>
            <a:stretch>
              <a:fillRect/>
            </a:stretch>
          </p:blipFill>
          <p:spPr>
            <a:xfrm rot="4499998">
              <a:off x="517536" y="-1566832"/>
              <a:ext cx="2446178" cy="5180760"/>
            </a:xfrm>
            <a:prstGeom prst="rect">
              <a:avLst/>
            </a:prstGeom>
            <a:noFill/>
            <a:ln>
              <a:noFill/>
            </a:ln>
          </p:spPr>
        </p:pic>
        <p:pic>
          <p:nvPicPr>
            <p:cNvPr id="210" name="Google Shape;210;p29"/>
            <p:cNvPicPr preferRelativeResize="0"/>
            <p:nvPr/>
          </p:nvPicPr>
          <p:blipFill>
            <a:blip r:embed="rId4" cstate="print">
              <a:alphaModFix amt="34000"/>
            </a:blip>
            <a:stretch>
              <a:fillRect/>
            </a:stretch>
          </p:blipFill>
          <p:spPr>
            <a:xfrm rot="4932521">
              <a:off x="7662897" y="3595450"/>
              <a:ext cx="1859885" cy="2026087"/>
            </a:xfrm>
            <a:prstGeom prst="rect">
              <a:avLst/>
            </a:prstGeom>
            <a:noFill/>
            <a:ln>
              <a:noFill/>
            </a:ln>
          </p:spPr>
        </p:pic>
      </p:grpSp>
      <p:sp>
        <p:nvSpPr>
          <p:cNvPr id="211" name="Google Shape;211;p29"/>
          <p:cNvSpPr txBox="1">
            <a:spLocks noGrp="1"/>
          </p:cNvSpPr>
          <p:nvPr>
            <p:ph type="subTitle" idx="1"/>
          </p:nvPr>
        </p:nvSpPr>
        <p:spPr>
          <a:xfrm>
            <a:off x="720000" y="3603150"/>
            <a:ext cx="2586600" cy="100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12" name="Google Shape;212;p29"/>
          <p:cNvSpPr txBox="1">
            <a:spLocks noGrp="1"/>
          </p:cNvSpPr>
          <p:nvPr>
            <p:ph type="title"/>
          </p:nvPr>
        </p:nvSpPr>
        <p:spPr>
          <a:xfrm>
            <a:off x="720000" y="2328775"/>
            <a:ext cx="2586600" cy="1076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13"/>
        <p:cNvGrpSpPr/>
        <p:nvPr/>
      </p:nvGrpSpPr>
      <p:grpSpPr>
        <a:xfrm>
          <a:off x="0" y="0"/>
          <a:ext cx="0" cy="0"/>
          <a:chOff x="0" y="0"/>
          <a:chExt cx="0" cy="0"/>
        </a:xfrm>
      </p:grpSpPr>
      <p:pic>
        <p:nvPicPr>
          <p:cNvPr id="214" name="Google Shape;214;p3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15" name="Google Shape;215;p30"/>
          <p:cNvPicPr preferRelativeResize="0"/>
          <p:nvPr/>
        </p:nvPicPr>
        <p:blipFill>
          <a:blip r:embed="rId3" cstate="print">
            <a:alphaModFix amt="17000"/>
          </a:blip>
          <a:stretch>
            <a:fillRect/>
          </a:stretch>
        </p:blipFill>
        <p:spPr>
          <a:xfrm flipH="1">
            <a:off x="0" y="-5"/>
            <a:ext cx="9144003" cy="3116462"/>
          </a:xfrm>
          <a:prstGeom prst="rect">
            <a:avLst/>
          </a:prstGeom>
          <a:noFill/>
          <a:ln>
            <a:noFill/>
          </a:ln>
        </p:spPr>
      </p:pic>
      <p:sp>
        <p:nvSpPr>
          <p:cNvPr id="216" name="Google Shape;216;p30"/>
          <p:cNvSpPr txBox="1">
            <a:spLocks noGrp="1"/>
          </p:cNvSpPr>
          <p:nvPr>
            <p:ph type="subTitle" idx="1"/>
          </p:nvPr>
        </p:nvSpPr>
        <p:spPr>
          <a:xfrm>
            <a:off x="715100" y="2935500"/>
            <a:ext cx="3180600" cy="109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17" name="Google Shape;217;p30"/>
          <p:cNvSpPr txBox="1">
            <a:spLocks noGrp="1"/>
          </p:cNvSpPr>
          <p:nvPr>
            <p:ph type="title"/>
          </p:nvPr>
        </p:nvSpPr>
        <p:spPr>
          <a:xfrm>
            <a:off x="715100" y="1341800"/>
            <a:ext cx="3751800" cy="1395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18"/>
        <p:cNvGrpSpPr/>
        <p:nvPr/>
      </p:nvGrpSpPr>
      <p:grpSpPr>
        <a:xfrm>
          <a:off x="0" y="0"/>
          <a:ext cx="0" cy="0"/>
          <a:chOff x="0" y="0"/>
          <a:chExt cx="0" cy="0"/>
        </a:xfrm>
      </p:grpSpPr>
      <p:pic>
        <p:nvPicPr>
          <p:cNvPr id="219" name="Google Shape;219;p3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20" name="Google Shape;220;p31"/>
          <p:cNvPicPr preferRelativeResize="0"/>
          <p:nvPr/>
        </p:nvPicPr>
        <p:blipFill>
          <a:blip r:embed="rId3" cstate="print">
            <a:alphaModFix amt="15000"/>
          </a:blip>
          <a:stretch>
            <a:fillRect/>
          </a:stretch>
        </p:blipFill>
        <p:spPr>
          <a:xfrm flipH="1">
            <a:off x="0" y="-5"/>
            <a:ext cx="9144003" cy="3116462"/>
          </a:xfrm>
          <a:prstGeom prst="rect">
            <a:avLst/>
          </a:prstGeom>
          <a:noFill/>
          <a:ln>
            <a:noFill/>
          </a:ln>
        </p:spPr>
      </p:pic>
      <p:sp>
        <p:nvSpPr>
          <p:cNvPr id="221" name="Google Shape;221;p31"/>
          <p:cNvSpPr txBox="1">
            <a:spLocks noGrp="1"/>
          </p:cNvSpPr>
          <p:nvPr>
            <p:ph type="subTitle" idx="1"/>
          </p:nvPr>
        </p:nvSpPr>
        <p:spPr>
          <a:xfrm>
            <a:off x="4263100" y="2740825"/>
            <a:ext cx="3820800" cy="9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2" name="Google Shape;222;p31"/>
          <p:cNvSpPr txBox="1">
            <a:spLocks noGrp="1"/>
          </p:cNvSpPr>
          <p:nvPr>
            <p:ph type="title"/>
          </p:nvPr>
        </p:nvSpPr>
        <p:spPr>
          <a:xfrm>
            <a:off x="4263100" y="1871650"/>
            <a:ext cx="3820800" cy="659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23"/>
        <p:cNvGrpSpPr/>
        <p:nvPr/>
      </p:nvGrpSpPr>
      <p:grpSpPr>
        <a:xfrm>
          <a:off x="0" y="0"/>
          <a:ext cx="0" cy="0"/>
          <a:chOff x="0" y="0"/>
          <a:chExt cx="0" cy="0"/>
        </a:xfrm>
      </p:grpSpPr>
      <p:pic>
        <p:nvPicPr>
          <p:cNvPr id="224" name="Google Shape;224;p3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25" name="Google Shape;225;p32"/>
          <p:cNvPicPr preferRelativeResize="0"/>
          <p:nvPr/>
        </p:nvPicPr>
        <p:blipFill>
          <a:blip r:embed="rId3" cstate="print">
            <a:alphaModFix amt="16000"/>
          </a:blip>
          <a:stretch>
            <a:fillRect/>
          </a:stretch>
        </p:blipFill>
        <p:spPr>
          <a:xfrm rot="10800000" flipH="1">
            <a:off x="0" y="2027045"/>
            <a:ext cx="9144003" cy="3116462"/>
          </a:xfrm>
          <a:prstGeom prst="rect">
            <a:avLst/>
          </a:prstGeom>
          <a:noFill/>
          <a:ln>
            <a:noFill/>
          </a:ln>
        </p:spPr>
      </p:pic>
      <p:sp>
        <p:nvSpPr>
          <p:cNvPr id="226" name="Google Shape;226;p32"/>
          <p:cNvSpPr txBox="1">
            <a:spLocks noGrp="1"/>
          </p:cNvSpPr>
          <p:nvPr>
            <p:ph type="subTitle" idx="1"/>
          </p:nvPr>
        </p:nvSpPr>
        <p:spPr>
          <a:xfrm>
            <a:off x="715100" y="1274025"/>
            <a:ext cx="7713900" cy="280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434343"/>
              </a:buClr>
              <a:buSzPts val="1400"/>
              <a:buFont typeface="Anaheim"/>
              <a:buChar char="○"/>
              <a:defRPr sz="1200">
                <a:solidFill>
                  <a:schemeClr val="dk1"/>
                </a:solidFill>
              </a:defRPr>
            </a:lvl1pPr>
            <a:lvl2pPr lvl="1" rtl="0">
              <a:lnSpc>
                <a:spcPct val="100000"/>
              </a:lnSpc>
              <a:spcBef>
                <a:spcPts val="1000"/>
              </a:spcBef>
              <a:spcAft>
                <a:spcPts val="0"/>
              </a:spcAft>
              <a:buClr>
                <a:srgbClr val="434343"/>
              </a:buClr>
              <a:buSzPts val="1200"/>
              <a:buFont typeface="Roboto Condensed Light"/>
              <a:buChar char="○"/>
              <a:defRPr/>
            </a:lvl2pPr>
            <a:lvl3pPr lvl="2" rtl="0">
              <a:lnSpc>
                <a:spcPct val="100000"/>
              </a:lnSpc>
              <a:spcBef>
                <a:spcPts val="0"/>
              </a:spcBef>
              <a:spcAft>
                <a:spcPts val="0"/>
              </a:spcAft>
              <a:buClr>
                <a:srgbClr val="434343"/>
              </a:buClr>
              <a:buSzPts val="1200"/>
              <a:buFont typeface="Roboto Condensed Light"/>
              <a:buChar char="■"/>
              <a:defRPr/>
            </a:lvl3pPr>
            <a:lvl4pPr lvl="3" rtl="0">
              <a:lnSpc>
                <a:spcPct val="100000"/>
              </a:lnSpc>
              <a:spcBef>
                <a:spcPts val="0"/>
              </a:spcBef>
              <a:spcAft>
                <a:spcPts val="0"/>
              </a:spcAft>
              <a:buClr>
                <a:srgbClr val="434343"/>
              </a:buClr>
              <a:buSzPts val="1200"/>
              <a:buFont typeface="Roboto Condensed Light"/>
              <a:buChar char="●"/>
              <a:defRPr/>
            </a:lvl4pPr>
            <a:lvl5pPr lvl="4" rtl="0">
              <a:lnSpc>
                <a:spcPct val="100000"/>
              </a:lnSpc>
              <a:spcBef>
                <a:spcPts val="0"/>
              </a:spcBef>
              <a:spcAft>
                <a:spcPts val="0"/>
              </a:spcAft>
              <a:buClr>
                <a:srgbClr val="434343"/>
              </a:buClr>
              <a:buSzPts val="1200"/>
              <a:buFont typeface="Roboto Condensed Light"/>
              <a:buChar char="○"/>
              <a:defRPr/>
            </a:lvl5pPr>
            <a:lvl6pPr lvl="5" rtl="0">
              <a:lnSpc>
                <a:spcPct val="100000"/>
              </a:lnSpc>
              <a:spcBef>
                <a:spcPts val="0"/>
              </a:spcBef>
              <a:spcAft>
                <a:spcPts val="0"/>
              </a:spcAft>
              <a:buClr>
                <a:srgbClr val="434343"/>
              </a:buClr>
              <a:buSzPts val="1200"/>
              <a:buFont typeface="Roboto Condensed Light"/>
              <a:buChar char="■"/>
              <a:defRPr/>
            </a:lvl6pPr>
            <a:lvl7pPr lvl="6" rtl="0">
              <a:lnSpc>
                <a:spcPct val="100000"/>
              </a:lnSpc>
              <a:spcBef>
                <a:spcPts val="0"/>
              </a:spcBef>
              <a:spcAft>
                <a:spcPts val="0"/>
              </a:spcAft>
              <a:buClr>
                <a:srgbClr val="434343"/>
              </a:buClr>
              <a:buSzPts val="1200"/>
              <a:buFont typeface="Roboto Condensed Light"/>
              <a:buChar char="●"/>
              <a:defRPr/>
            </a:lvl7pPr>
            <a:lvl8pPr lvl="7" rtl="0">
              <a:lnSpc>
                <a:spcPct val="100000"/>
              </a:lnSpc>
              <a:spcBef>
                <a:spcPts val="0"/>
              </a:spcBef>
              <a:spcAft>
                <a:spcPts val="0"/>
              </a:spcAft>
              <a:buClr>
                <a:srgbClr val="434343"/>
              </a:buClr>
              <a:buSzPts val="1200"/>
              <a:buFont typeface="Roboto Condensed Light"/>
              <a:buChar char="○"/>
              <a:defRPr/>
            </a:lvl8pPr>
            <a:lvl9pPr lvl="8" rtl="0">
              <a:lnSpc>
                <a:spcPct val="100000"/>
              </a:lnSpc>
              <a:spcBef>
                <a:spcPts val="0"/>
              </a:spcBef>
              <a:spcAft>
                <a:spcPts val="0"/>
              </a:spcAft>
              <a:buClr>
                <a:srgbClr val="434343"/>
              </a:buClr>
              <a:buSzPts val="1200"/>
              <a:buFont typeface="Roboto Condensed Light"/>
              <a:buChar char="■"/>
              <a:defRPr/>
            </a:lvl9pPr>
          </a:lstStyle>
          <a:p>
            <a:r>
              <a:rPr lang="en-US"/>
              <a:t>Click to edit Master subtitle style</a:t>
            </a:r>
            <a:endParaRPr/>
          </a:p>
        </p:txBody>
      </p:sp>
      <p:sp>
        <p:nvSpPr>
          <p:cNvPr id="227" name="Google Shape;227;p32"/>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28"/>
        <p:cNvGrpSpPr/>
        <p:nvPr/>
      </p:nvGrpSpPr>
      <p:grpSpPr>
        <a:xfrm>
          <a:off x="0" y="0"/>
          <a:ext cx="0" cy="0"/>
          <a:chOff x="0" y="0"/>
          <a:chExt cx="0" cy="0"/>
        </a:xfrm>
      </p:grpSpPr>
      <p:pic>
        <p:nvPicPr>
          <p:cNvPr id="229" name="Google Shape;229;p3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230" name="Google Shape;230;p33"/>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31" name="Google Shape;231;p33"/>
          <p:cNvSpPr txBox="1">
            <a:spLocks noGrp="1"/>
          </p:cNvSpPr>
          <p:nvPr>
            <p:ph type="subTitle" idx="1"/>
          </p:nvPr>
        </p:nvSpPr>
        <p:spPr>
          <a:xfrm>
            <a:off x="715100" y="1175650"/>
            <a:ext cx="4004700" cy="343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Font typeface="Anaheim"/>
              <a:buChar char="○"/>
              <a:defRPr>
                <a:solidFill>
                  <a:schemeClr val="dk1"/>
                </a:solidFill>
              </a:defRPr>
            </a:lvl1pPr>
            <a:lvl2pPr lvl="1" rtl="0">
              <a:lnSpc>
                <a:spcPct val="100000"/>
              </a:lnSpc>
              <a:spcBef>
                <a:spcPts val="1000"/>
              </a:spcBef>
              <a:spcAft>
                <a:spcPts val="0"/>
              </a:spcAft>
              <a:buClr>
                <a:srgbClr val="434343"/>
              </a:buClr>
              <a:buSzPts val="1200"/>
              <a:buFont typeface="Roboto Condensed Light"/>
              <a:buChar char="○"/>
              <a:defRPr/>
            </a:lvl2pPr>
            <a:lvl3pPr lvl="2" rtl="0">
              <a:lnSpc>
                <a:spcPct val="100000"/>
              </a:lnSpc>
              <a:spcBef>
                <a:spcPts val="0"/>
              </a:spcBef>
              <a:spcAft>
                <a:spcPts val="0"/>
              </a:spcAft>
              <a:buClr>
                <a:srgbClr val="434343"/>
              </a:buClr>
              <a:buSzPts val="1200"/>
              <a:buFont typeface="Roboto Condensed Light"/>
              <a:buChar char="■"/>
              <a:defRPr/>
            </a:lvl3pPr>
            <a:lvl4pPr lvl="3" rtl="0">
              <a:lnSpc>
                <a:spcPct val="100000"/>
              </a:lnSpc>
              <a:spcBef>
                <a:spcPts val="0"/>
              </a:spcBef>
              <a:spcAft>
                <a:spcPts val="0"/>
              </a:spcAft>
              <a:buClr>
                <a:srgbClr val="434343"/>
              </a:buClr>
              <a:buSzPts val="1200"/>
              <a:buFont typeface="Roboto Condensed Light"/>
              <a:buChar char="●"/>
              <a:defRPr/>
            </a:lvl4pPr>
            <a:lvl5pPr lvl="4" rtl="0">
              <a:lnSpc>
                <a:spcPct val="100000"/>
              </a:lnSpc>
              <a:spcBef>
                <a:spcPts val="0"/>
              </a:spcBef>
              <a:spcAft>
                <a:spcPts val="0"/>
              </a:spcAft>
              <a:buClr>
                <a:srgbClr val="434343"/>
              </a:buClr>
              <a:buSzPts val="1200"/>
              <a:buFont typeface="Roboto Condensed Light"/>
              <a:buChar char="○"/>
              <a:defRPr/>
            </a:lvl5pPr>
            <a:lvl6pPr lvl="5" rtl="0">
              <a:lnSpc>
                <a:spcPct val="100000"/>
              </a:lnSpc>
              <a:spcBef>
                <a:spcPts val="0"/>
              </a:spcBef>
              <a:spcAft>
                <a:spcPts val="0"/>
              </a:spcAft>
              <a:buClr>
                <a:srgbClr val="434343"/>
              </a:buClr>
              <a:buSzPts val="1200"/>
              <a:buFont typeface="Roboto Condensed Light"/>
              <a:buChar char="■"/>
              <a:defRPr/>
            </a:lvl6pPr>
            <a:lvl7pPr lvl="6" rtl="0">
              <a:lnSpc>
                <a:spcPct val="100000"/>
              </a:lnSpc>
              <a:spcBef>
                <a:spcPts val="0"/>
              </a:spcBef>
              <a:spcAft>
                <a:spcPts val="0"/>
              </a:spcAft>
              <a:buClr>
                <a:srgbClr val="434343"/>
              </a:buClr>
              <a:buSzPts val="1200"/>
              <a:buFont typeface="Roboto Condensed Light"/>
              <a:buChar char="●"/>
              <a:defRPr/>
            </a:lvl7pPr>
            <a:lvl8pPr lvl="7" rtl="0">
              <a:lnSpc>
                <a:spcPct val="100000"/>
              </a:lnSpc>
              <a:spcBef>
                <a:spcPts val="0"/>
              </a:spcBef>
              <a:spcAft>
                <a:spcPts val="0"/>
              </a:spcAft>
              <a:buClr>
                <a:srgbClr val="434343"/>
              </a:buClr>
              <a:buSzPts val="1200"/>
              <a:buFont typeface="Roboto Condensed Light"/>
              <a:buChar char="○"/>
              <a:defRPr/>
            </a:lvl8pPr>
            <a:lvl9pPr lvl="8" rtl="0">
              <a:lnSpc>
                <a:spcPct val="100000"/>
              </a:lnSpc>
              <a:spcBef>
                <a:spcPts val="0"/>
              </a:spcBef>
              <a:spcAft>
                <a:spcPts val="0"/>
              </a:spcAft>
              <a:buClr>
                <a:srgbClr val="434343"/>
              </a:buClr>
              <a:buSzPts val="1200"/>
              <a:buFont typeface="Roboto Condensed Light"/>
              <a:buChar char="■"/>
              <a:defRPr/>
            </a:lvl9pPr>
          </a:lstStyle>
          <a:p>
            <a:r>
              <a:rPr lang="en-US"/>
              <a:t>Click to edit Master subtitle style</a:t>
            </a:r>
            <a:endParaRPr/>
          </a:p>
        </p:txBody>
      </p:sp>
      <p:sp>
        <p:nvSpPr>
          <p:cNvPr id="232" name="Google Shape;232;p33"/>
          <p:cNvSpPr txBox="1">
            <a:spLocks noGrp="1"/>
          </p:cNvSpPr>
          <p:nvPr>
            <p:ph type="subTitle" idx="2"/>
          </p:nvPr>
        </p:nvSpPr>
        <p:spPr>
          <a:xfrm>
            <a:off x="4994900" y="1175650"/>
            <a:ext cx="3429000" cy="343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solidFill>
                  <a:schemeClr val="dk1"/>
                </a:solidFill>
              </a:defRPr>
            </a:lvl1pPr>
            <a:lvl2pPr lvl="1" rtl="0">
              <a:lnSpc>
                <a:spcPct val="100000"/>
              </a:lnSpc>
              <a:spcBef>
                <a:spcPts val="100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r>
              <a:rPr lang="en-US"/>
              <a:t>Click to edit Master subtitle style</a:t>
            </a:r>
            <a:endParaRPr/>
          </a:p>
        </p:txBody>
      </p:sp>
      <p:pic>
        <p:nvPicPr>
          <p:cNvPr id="233" name="Google Shape;233;p33"/>
          <p:cNvPicPr preferRelativeResize="0"/>
          <p:nvPr/>
        </p:nvPicPr>
        <p:blipFill>
          <a:blip r:embed="rId3" cstate="print">
            <a:alphaModFix amt="35000"/>
          </a:blip>
          <a:stretch>
            <a:fillRect/>
          </a:stretch>
        </p:blipFill>
        <p:spPr>
          <a:xfrm rot="5400000" flipH="1">
            <a:off x="6321149" y="2509026"/>
            <a:ext cx="2028050" cy="4295148"/>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234"/>
        <p:cNvGrpSpPr/>
        <p:nvPr/>
      </p:nvGrpSpPr>
      <p:grpSpPr>
        <a:xfrm>
          <a:off x="0" y="0"/>
          <a:ext cx="0" cy="0"/>
          <a:chOff x="0" y="0"/>
          <a:chExt cx="0" cy="0"/>
        </a:xfrm>
      </p:grpSpPr>
      <p:pic>
        <p:nvPicPr>
          <p:cNvPr id="235" name="Google Shape;235;p3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36" name="Google Shape;236;p34"/>
          <p:cNvPicPr preferRelativeResize="0"/>
          <p:nvPr/>
        </p:nvPicPr>
        <p:blipFill>
          <a:blip r:embed="rId3" cstate="print">
            <a:alphaModFix amt="34000"/>
          </a:blip>
          <a:stretch>
            <a:fillRect/>
          </a:stretch>
        </p:blipFill>
        <p:spPr>
          <a:xfrm flipH="1">
            <a:off x="-709963" y="-753722"/>
            <a:ext cx="2662825" cy="2707948"/>
          </a:xfrm>
          <a:prstGeom prst="rect">
            <a:avLst/>
          </a:prstGeom>
          <a:noFill/>
          <a:ln>
            <a:noFill/>
          </a:ln>
        </p:spPr>
      </p:pic>
      <p:pic>
        <p:nvPicPr>
          <p:cNvPr id="237" name="Google Shape;237;p34"/>
          <p:cNvPicPr preferRelativeResize="0"/>
          <p:nvPr/>
        </p:nvPicPr>
        <p:blipFill>
          <a:blip r:embed="rId4" cstate="print">
            <a:alphaModFix amt="41000"/>
          </a:blip>
          <a:stretch>
            <a:fillRect/>
          </a:stretch>
        </p:blipFill>
        <p:spPr>
          <a:xfrm>
            <a:off x="4427027" y="671950"/>
            <a:ext cx="3878551" cy="3944100"/>
          </a:xfrm>
          <a:prstGeom prst="rect">
            <a:avLst/>
          </a:prstGeom>
          <a:noFill/>
          <a:ln>
            <a:noFill/>
          </a:ln>
        </p:spPr>
      </p:pic>
      <p:sp>
        <p:nvSpPr>
          <p:cNvPr id="238" name="Google Shape;238;p34"/>
          <p:cNvSpPr txBox="1">
            <a:spLocks noGrp="1"/>
          </p:cNvSpPr>
          <p:nvPr>
            <p:ph type="subTitle" idx="1"/>
          </p:nvPr>
        </p:nvSpPr>
        <p:spPr>
          <a:xfrm>
            <a:off x="1290763" y="1837941"/>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500">
                <a:latin typeface="Josefin Sans"/>
                <a:ea typeface="Josefin Sans"/>
                <a:cs typeface="Josefin Sans"/>
                <a:sym typeface="Josefin Sans"/>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239" name="Google Shape;239;p34"/>
          <p:cNvSpPr txBox="1">
            <a:spLocks noGrp="1"/>
          </p:cNvSpPr>
          <p:nvPr>
            <p:ph type="subTitle" idx="2"/>
          </p:nvPr>
        </p:nvSpPr>
        <p:spPr>
          <a:xfrm>
            <a:off x="4945638" y="1837941"/>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5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240" name="Google Shape;240;p34"/>
          <p:cNvSpPr txBox="1">
            <a:spLocks noGrp="1"/>
          </p:cNvSpPr>
          <p:nvPr>
            <p:ph type="subTitle" idx="3"/>
          </p:nvPr>
        </p:nvSpPr>
        <p:spPr>
          <a:xfrm>
            <a:off x="1290775" y="2740676"/>
            <a:ext cx="2907600" cy="11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1" name="Google Shape;241;p34"/>
          <p:cNvSpPr txBox="1">
            <a:spLocks noGrp="1"/>
          </p:cNvSpPr>
          <p:nvPr>
            <p:ph type="subTitle" idx="4"/>
          </p:nvPr>
        </p:nvSpPr>
        <p:spPr>
          <a:xfrm>
            <a:off x="4945650" y="2740676"/>
            <a:ext cx="2907600" cy="11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ext 6">
  <p:cSld name="Title and text 6">
    <p:spTree>
      <p:nvGrpSpPr>
        <p:cNvPr id="1" name="Shape 242"/>
        <p:cNvGrpSpPr/>
        <p:nvPr/>
      </p:nvGrpSpPr>
      <p:grpSpPr>
        <a:xfrm>
          <a:off x="0" y="0"/>
          <a:ext cx="0" cy="0"/>
          <a:chOff x="0" y="0"/>
          <a:chExt cx="0" cy="0"/>
        </a:xfrm>
      </p:grpSpPr>
      <p:pic>
        <p:nvPicPr>
          <p:cNvPr id="243" name="Google Shape;243;p3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244;p35"/>
          <p:cNvGrpSpPr/>
          <p:nvPr/>
        </p:nvGrpSpPr>
        <p:grpSpPr>
          <a:xfrm flipH="1">
            <a:off x="-1059374" y="202758"/>
            <a:ext cx="9874808" cy="5928742"/>
            <a:chOff x="252562" y="222183"/>
            <a:chExt cx="9874808" cy="5928742"/>
          </a:xfrm>
        </p:grpSpPr>
        <p:pic>
          <p:nvPicPr>
            <p:cNvPr id="245" name="Google Shape;245;p35"/>
            <p:cNvPicPr preferRelativeResize="0"/>
            <p:nvPr/>
          </p:nvPicPr>
          <p:blipFill>
            <a:blip r:embed="rId3" cstate="print">
              <a:alphaModFix amt="50000"/>
            </a:blip>
            <a:stretch>
              <a:fillRect/>
            </a:stretch>
          </p:blipFill>
          <p:spPr>
            <a:xfrm>
              <a:off x="7222371" y="2986325"/>
              <a:ext cx="2904999" cy="3164600"/>
            </a:xfrm>
            <a:prstGeom prst="rect">
              <a:avLst/>
            </a:prstGeom>
            <a:noFill/>
            <a:ln>
              <a:noFill/>
            </a:ln>
          </p:spPr>
        </p:pic>
        <p:pic>
          <p:nvPicPr>
            <p:cNvPr id="246" name="Google Shape;246;p35"/>
            <p:cNvPicPr preferRelativeResize="0"/>
            <p:nvPr/>
          </p:nvPicPr>
          <p:blipFill>
            <a:blip r:embed="rId4" cstate="print">
              <a:alphaModFix amt="48000"/>
            </a:blip>
            <a:stretch>
              <a:fillRect/>
            </a:stretch>
          </p:blipFill>
          <p:spPr>
            <a:xfrm>
              <a:off x="410300" y="382600"/>
              <a:ext cx="1278024" cy="1299625"/>
            </a:xfrm>
            <a:prstGeom prst="rect">
              <a:avLst/>
            </a:prstGeom>
            <a:noFill/>
            <a:ln>
              <a:noFill/>
            </a:ln>
          </p:spPr>
        </p:pic>
        <p:pic>
          <p:nvPicPr>
            <p:cNvPr id="247" name="Google Shape;247;p35"/>
            <p:cNvPicPr preferRelativeResize="0"/>
            <p:nvPr/>
          </p:nvPicPr>
          <p:blipFill>
            <a:blip r:embed="rId5" cstate="print">
              <a:alphaModFix amt="60000"/>
            </a:blip>
            <a:stretch>
              <a:fillRect/>
            </a:stretch>
          </p:blipFill>
          <p:spPr>
            <a:xfrm flipH="1">
              <a:off x="252562" y="222183"/>
              <a:ext cx="315473" cy="320824"/>
            </a:xfrm>
            <a:prstGeom prst="rect">
              <a:avLst/>
            </a:prstGeom>
            <a:noFill/>
            <a:ln>
              <a:noFill/>
            </a:ln>
          </p:spPr>
        </p:pic>
      </p:grpSp>
      <p:sp>
        <p:nvSpPr>
          <p:cNvPr id="248" name="Google Shape;248;p35"/>
          <p:cNvSpPr txBox="1">
            <a:spLocks noGrp="1"/>
          </p:cNvSpPr>
          <p:nvPr>
            <p:ph type="title"/>
          </p:nvPr>
        </p:nvSpPr>
        <p:spPr>
          <a:xfrm>
            <a:off x="4010875" y="1307100"/>
            <a:ext cx="4419900" cy="2529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rPr lang="en-US"/>
              <a:t>Click to edit Master title style</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249"/>
        <p:cNvGrpSpPr/>
        <p:nvPr/>
      </p:nvGrpSpPr>
      <p:grpSpPr>
        <a:xfrm>
          <a:off x="0" y="0"/>
          <a:ext cx="0" cy="0"/>
          <a:chOff x="0" y="0"/>
          <a:chExt cx="0" cy="0"/>
        </a:xfrm>
      </p:grpSpPr>
      <p:pic>
        <p:nvPicPr>
          <p:cNvPr id="250" name="Google Shape;250;p3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51" name="Google Shape;251;p36"/>
          <p:cNvPicPr preferRelativeResize="0"/>
          <p:nvPr/>
        </p:nvPicPr>
        <p:blipFill>
          <a:blip r:embed="rId3" cstate="print">
            <a:alphaModFix amt="34000"/>
          </a:blip>
          <a:stretch>
            <a:fillRect/>
          </a:stretch>
        </p:blipFill>
        <p:spPr>
          <a:xfrm flipH="1">
            <a:off x="-996263" y="3841453"/>
            <a:ext cx="2662825" cy="2707948"/>
          </a:xfrm>
          <a:prstGeom prst="rect">
            <a:avLst/>
          </a:prstGeom>
          <a:noFill/>
          <a:ln>
            <a:noFill/>
          </a:ln>
        </p:spPr>
      </p:pic>
      <p:pic>
        <p:nvPicPr>
          <p:cNvPr id="252" name="Google Shape;252;p36"/>
          <p:cNvPicPr preferRelativeResize="0"/>
          <p:nvPr/>
        </p:nvPicPr>
        <p:blipFill>
          <a:blip r:embed="rId4" cstate="print">
            <a:alphaModFix amt="41000"/>
          </a:blip>
          <a:stretch>
            <a:fillRect/>
          </a:stretch>
        </p:blipFill>
        <p:spPr>
          <a:xfrm>
            <a:off x="4427027" y="671950"/>
            <a:ext cx="3878551" cy="3944100"/>
          </a:xfrm>
          <a:prstGeom prst="rect">
            <a:avLst/>
          </a:prstGeom>
          <a:noFill/>
          <a:ln>
            <a:noFill/>
          </a:ln>
        </p:spPr>
      </p:pic>
      <p:sp>
        <p:nvSpPr>
          <p:cNvPr id="253" name="Google Shape;253;p36"/>
          <p:cNvSpPr txBox="1">
            <a:spLocks noGrp="1"/>
          </p:cNvSpPr>
          <p:nvPr>
            <p:ph type="body" idx="1"/>
          </p:nvPr>
        </p:nvSpPr>
        <p:spPr>
          <a:xfrm>
            <a:off x="2638050" y="1792100"/>
            <a:ext cx="3867900" cy="25107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SzPts val="1400"/>
              <a:buChar char="●"/>
              <a:defRPr>
                <a:solidFill>
                  <a:srgbClr val="434343"/>
                </a:solidFill>
              </a:defRPr>
            </a:lvl1pPr>
            <a:lvl2pPr marL="914400" lvl="1" indent="-317500" rtl="0">
              <a:lnSpc>
                <a:spcPct val="100000"/>
              </a:lnSpc>
              <a:spcBef>
                <a:spcPts val="0"/>
              </a:spcBef>
              <a:spcAft>
                <a:spcPts val="0"/>
              </a:spcAft>
              <a:buSzPts val="1400"/>
              <a:buChar char="○"/>
              <a:defRPr>
                <a:solidFill>
                  <a:srgbClr val="434343"/>
                </a:solidFill>
              </a:defRPr>
            </a:lvl2pPr>
            <a:lvl3pPr marL="1371600" lvl="2" indent="-317500" rtl="0">
              <a:lnSpc>
                <a:spcPct val="100000"/>
              </a:lnSpc>
              <a:spcBef>
                <a:spcPts val="1600"/>
              </a:spcBef>
              <a:spcAft>
                <a:spcPts val="0"/>
              </a:spcAft>
              <a:buSzPts val="1400"/>
              <a:buChar char="■"/>
              <a:defRPr>
                <a:solidFill>
                  <a:srgbClr val="434343"/>
                </a:solidFill>
              </a:defRPr>
            </a:lvl3pPr>
            <a:lvl4pPr marL="1828800" lvl="3" indent="-317500" rtl="0">
              <a:lnSpc>
                <a:spcPct val="100000"/>
              </a:lnSpc>
              <a:spcBef>
                <a:spcPts val="1600"/>
              </a:spcBef>
              <a:spcAft>
                <a:spcPts val="0"/>
              </a:spcAft>
              <a:buSzPts val="1400"/>
              <a:buChar char="●"/>
              <a:defRPr>
                <a:solidFill>
                  <a:srgbClr val="434343"/>
                </a:solidFill>
              </a:defRPr>
            </a:lvl4pPr>
            <a:lvl5pPr marL="2286000" lvl="4" indent="-317500" rtl="0">
              <a:lnSpc>
                <a:spcPct val="100000"/>
              </a:lnSpc>
              <a:spcBef>
                <a:spcPts val="1600"/>
              </a:spcBef>
              <a:spcAft>
                <a:spcPts val="0"/>
              </a:spcAft>
              <a:buSzPts val="1400"/>
              <a:buChar char="○"/>
              <a:defRPr>
                <a:solidFill>
                  <a:srgbClr val="434343"/>
                </a:solidFill>
              </a:defRPr>
            </a:lvl5pPr>
            <a:lvl6pPr marL="2743200" lvl="5" indent="-317500" rtl="0">
              <a:lnSpc>
                <a:spcPct val="100000"/>
              </a:lnSpc>
              <a:spcBef>
                <a:spcPts val="1600"/>
              </a:spcBef>
              <a:spcAft>
                <a:spcPts val="0"/>
              </a:spcAft>
              <a:buSzPts val="1400"/>
              <a:buChar char="■"/>
              <a:defRPr>
                <a:solidFill>
                  <a:srgbClr val="434343"/>
                </a:solidFill>
              </a:defRPr>
            </a:lvl6pPr>
            <a:lvl7pPr marL="3200400" lvl="6" indent="-317500" rtl="0">
              <a:lnSpc>
                <a:spcPct val="100000"/>
              </a:lnSpc>
              <a:spcBef>
                <a:spcPts val="1600"/>
              </a:spcBef>
              <a:spcAft>
                <a:spcPts val="0"/>
              </a:spcAft>
              <a:buSzPts val="1400"/>
              <a:buChar char="●"/>
              <a:defRPr>
                <a:solidFill>
                  <a:srgbClr val="434343"/>
                </a:solidFill>
              </a:defRPr>
            </a:lvl7pPr>
            <a:lvl8pPr marL="3657600" lvl="7" indent="-317500" rtl="0">
              <a:lnSpc>
                <a:spcPct val="100000"/>
              </a:lnSpc>
              <a:spcBef>
                <a:spcPts val="1600"/>
              </a:spcBef>
              <a:spcAft>
                <a:spcPts val="0"/>
              </a:spcAft>
              <a:buSzPts val="1400"/>
              <a:buChar char="○"/>
              <a:defRPr>
                <a:solidFill>
                  <a:srgbClr val="434343"/>
                </a:solidFill>
              </a:defRPr>
            </a:lvl8pPr>
            <a:lvl9pPr marL="4114800" lvl="8" indent="-317500" rtl="0">
              <a:lnSpc>
                <a:spcPct val="100000"/>
              </a:lnSpc>
              <a:spcBef>
                <a:spcPts val="1600"/>
              </a:spcBef>
              <a:spcAft>
                <a:spcPts val="1600"/>
              </a:spcAft>
              <a:buSzPts val="1400"/>
              <a:buChar char="■"/>
              <a:defRPr>
                <a:solidFill>
                  <a:srgbClr val="434343"/>
                </a:solidFill>
              </a:defRPr>
            </a:lvl9pPr>
          </a:lstStyle>
          <a:p>
            <a:pPr lvl="0"/>
            <a:r>
              <a:rPr lang="en-US"/>
              <a:t>Click to edit Master text styles</a:t>
            </a:r>
          </a:p>
        </p:txBody>
      </p:sp>
      <p:sp>
        <p:nvSpPr>
          <p:cNvPr id="254" name="Google Shape;254;p36"/>
          <p:cNvSpPr txBox="1">
            <a:spLocks noGrp="1"/>
          </p:cNvSpPr>
          <p:nvPr>
            <p:ph type="title"/>
          </p:nvPr>
        </p:nvSpPr>
        <p:spPr>
          <a:xfrm>
            <a:off x="2638050" y="840725"/>
            <a:ext cx="2705700" cy="10323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spTree>
      <p:nvGrpSpPr>
        <p:cNvPr id="1" name="Shape 255"/>
        <p:cNvGrpSpPr/>
        <p:nvPr/>
      </p:nvGrpSpPr>
      <p:grpSpPr>
        <a:xfrm>
          <a:off x="0" y="0"/>
          <a:ext cx="0" cy="0"/>
          <a:chOff x="0" y="0"/>
          <a:chExt cx="0" cy="0"/>
        </a:xfrm>
      </p:grpSpPr>
      <p:pic>
        <p:nvPicPr>
          <p:cNvPr id="256" name="Google Shape;256;p3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57" name="Google Shape;257;p37"/>
          <p:cNvPicPr preferRelativeResize="0"/>
          <p:nvPr/>
        </p:nvPicPr>
        <p:blipFill>
          <a:blip r:embed="rId3" cstate="print">
            <a:alphaModFix amt="34000"/>
          </a:blip>
          <a:stretch>
            <a:fillRect/>
          </a:stretch>
        </p:blipFill>
        <p:spPr>
          <a:xfrm flipH="1">
            <a:off x="-709963" y="3620328"/>
            <a:ext cx="2662825" cy="2707948"/>
          </a:xfrm>
          <a:prstGeom prst="rect">
            <a:avLst/>
          </a:prstGeom>
          <a:noFill/>
          <a:ln>
            <a:noFill/>
          </a:ln>
        </p:spPr>
      </p:pic>
      <p:pic>
        <p:nvPicPr>
          <p:cNvPr id="258" name="Google Shape;258;p37"/>
          <p:cNvPicPr preferRelativeResize="0"/>
          <p:nvPr/>
        </p:nvPicPr>
        <p:blipFill>
          <a:blip r:embed="rId4" cstate="print">
            <a:alphaModFix amt="41000"/>
          </a:blip>
          <a:stretch>
            <a:fillRect/>
          </a:stretch>
        </p:blipFill>
        <p:spPr>
          <a:xfrm>
            <a:off x="6802252" y="-2106150"/>
            <a:ext cx="3878551" cy="3944100"/>
          </a:xfrm>
          <a:prstGeom prst="rect">
            <a:avLst/>
          </a:prstGeom>
          <a:noFill/>
          <a:ln>
            <a:noFill/>
          </a:ln>
        </p:spPr>
      </p:pic>
      <p:sp>
        <p:nvSpPr>
          <p:cNvPr id="259" name="Google Shape;259;p37"/>
          <p:cNvSpPr txBox="1">
            <a:spLocks noGrp="1"/>
          </p:cNvSpPr>
          <p:nvPr>
            <p:ph type="subTitle" idx="1"/>
          </p:nvPr>
        </p:nvSpPr>
        <p:spPr>
          <a:xfrm>
            <a:off x="715100" y="1922325"/>
            <a:ext cx="3785700" cy="184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60" name="Google Shape;260;p37"/>
          <p:cNvSpPr txBox="1">
            <a:spLocks noGrp="1"/>
          </p:cNvSpPr>
          <p:nvPr>
            <p:ph type="subTitle" idx="2"/>
          </p:nvPr>
        </p:nvSpPr>
        <p:spPr>
          <a:xfrm>
            <a:off x="4638325" y="1922325"/>
            <a:ext cx="3785700" cy="184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61" name="Google Shape;261;p37"/>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262"/>
        <p:cNvGrpSpPr/>
        <p:nvPr/>
      </p:nvGrpSpPr>
      <p:grpSpPr>
        <a:xfrm>
          <a:off x="0" y="0"/>
          <a:ext cx="0" cy="0"/>
          <a:chOff x="0" y="0"/>
          <a:chExt cx="0" cy="0"/>
        </a:xfrm>
      </p:grpSpPr>
      <p:pic>
        <p:nvPicPr>
          <p:cNvPr id="263" name="Google Shape;263;p38"/>
          <p:cNvPicPr preferRelativeResize="0"/>
          <p:nvPr/>
        </p:nvPicPr>
        <p:blipFill>
          <a:blip r:embed="rId2" cstate="print">
            <a:alphaModFix amt="57000"/>
          </a:blip>
          <a:stretch>
            <a:fillRect/>
          </a:stretch>
        </p:blipFill>
        <p:spPr>
          <a:xfrm rot="10800000">
            <a:off x="-2510" y="1"/>
            <a:ext cx="9144000" cy="5143500"/>
          </a:xfrm>
          <a:prstGeom prst="rect">
            <a:avLst/>
          </a:prstGeom>
          <a:noFill/>
          <a:ln>
            <a:noFill/>
          </a:ln>
        </p:spPr>
      </p:pic>
      <p:pic>
        <p:nvPicPr>
          <p:cNvPr id="264" name="Google Shape;264;p38"/>
          <p:cNvPicPr preferRelativeResize="0"/>
          <p:nvPr/>
        </p:nvPicPr>
        <p:blipFill>
          <a:blip r:embed="rId3" cstate="print">
            <a:alphaModFix amt="34000"/>
          </a:blip>
          <a:stretch>
            <a:fillRect/>
          </a:stretch>
        </p:blipFill>
        <p:spPr>
          <a:xfrm rot="10800000" flipH="1">
            <a:off x="7202803" y="-1179375"/>
            <a:ext cx="2662825" cy="2707948"/>
          </a:xfrm>
          <a:prstGeom prst="rect">
            <a:avLst/>
          </a:prstGeom>
          <a:noFill/>
          <a:ln>
            <a:noFill/>
          </a:ln>
        </p:spPr>
      </p:pic>
      <p:pic>
        <p:nvPicPr>
          <p:cNvPr id="265" name="Google Shape;265;p38"/>
          <p:cNvPicPr preferRelativeResize="0"/>
          <p:nvPr/>
        </p:nvPicPr>
        <p:blipFill>
          <a:blip r:embed="rId4" cstate="print">
            <a:alphaModFix amt="41000"/>
          </a:blip>
          <a:stretch>
            <a:fillRect/>
          </a:stretch>
        </p:blipFill>
        <p:spPr>
          <a:xfrm rot="10800000">
            <a:off x="-1525138" y="3310951"/>
            <a:ext cx="3878551" cy="3944100"/>
          </a:xfrm>
          <a:prstGeom prst="rect">
            <a:avLst/>
          </a:prstGeom>
          <a:noFill/>
          <a:ln>
            <a:noFill/>
          </a:ln>
        </p:spPr>
      </p:pic>
      <p:sp>
        <p:nvSpPr>
          <p:cNvPr id="266" name="Google Shape;266;p38"/>
          <p:cNvSpPr txBox="1">
            <a:spLocks noGrp="1"/>
          </p:cNvSpPr>
          <p:nvPr>
            <p:ph type="title"/>
          </p:nvPr>
        </p:nvSpPr>
        <p:spPr>
          <a:xfrm>
            <a:off x="715050" y="535000"/>
            <a:ext cx="77139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3500"/>
              <a:buFont typeface="Josefin Sans"/>
              <a:buNone/>
              <a:defRPr>
                <a:latin typeface="Josefin Sans"/>
                <a:ea typeface="Josefin Sans"/>
                <a:cs typeface="Josefin Sans"/>
                <a:sym typeface="Josefin Sans"/>
              </a:defRPr>
            </a:lvl2pPr>
            <a:lvl3pPr lvl="2">
              <a:spcBef>
                <a:spcPts val="0"/>
              </a:spcBef>
              <a:spcAft>
                <a:spcPts val="0"/>
              </a:spcAft>
              <a:buSzPts val="3500"/>
              <a:buFont typeface="Josefin Sans"/>
              <a:buNone/>
              <a:defRPr>
                <a:latin typeface="Josefin Sans"/>
                <a:ea typeface="Josefin Sans"/>
                <a:cs typeface="Josefin Sans"/>
                <a:sym typeface="Josefin Sans"/>
              </a:defRPr>
            </a:lvl3pPr>
            <a:lvl4pPr lvl="3">
              <a:spcBef>
                <a:spcPts val="0"/>
              </a:spcBef>
              <a:spcAft>
                <a:spcPts val="0"/>
              </a:spcAft>
              <a:buSzPts val="3500"/>
              <a:buFont typeface="Josefin Sans"/>
              <a:buNone/>
              <a:defRPr>
                <a:latin typeface="Josefin Sans"/>
                <a:ea typeface="Josefin Sans"/>
                <a:cs typeface="Josefin Sans"/>
                <a:sym typeface="Josefin Sans"/>
              </a:defRPr>
            </a:lvl4pPr>
            <a:lvl5pPr lvl="4">
              <a:spcBef>
                <a:spcPts val="0"/>
              </a:spcBef>
              <a:spcAft>
                <a:spcPts val="0"/>
              </a:spcAft>
              <a:buSzPts val="3500"/>
              <a:buFont typeface="Josefin Sans"/>
              <a:buNone/>
              <a:defRPr>
                <a:latin typeface="Josefin Sans"/>
                <a:ea typeface="Josefin Sans"/>
                <a:cs typeface="Josefin Sans"/>
                <a:sym typeface="Josefin Sans"/>
              </a:defRPr>
            </a:lvl5pPr>
            <a:lvl6pPr lvl="5">
              <a:spcBef>
                <a:spcPts val="0"/>
              </a:spcBef>
              <a:spcAft>
                <a:spcPts val="0"/>
              </a:spcAft>
              <a:buSzPts val="3500"/>
              <a:buFont typeface="Josefin Sans"/>
              <a:buNone/>
              <a:defRPr>
                <a:latin typeface="Josefin Sans"/>
                <a:ea typeface="Josefin Sans"/>
                <a:cs typeface="Josefin Sans"/>
                <a:sym typeface="Josefin Sans"/>
              </a:defRPr>
            </a:lvl6pPr>
            <a:lvl7pPr lvl="6">
              <a:spcBef>
                <a:spcPts val="0"/>
              </a:spcBef>
              <a:spcAft>
                <a:spcPts val="0"/>
              </a:spcAft>
              <a:buSzPts val="3500"/>
              <a:buFont typeface="Josefin Sans"/>
              <a:buNone/>
              <a:defRPr>
                <a:latin typeface="Josefin Sans"/>
                <a:ea typeface="Josefin Sans"/>
                <a:cs typeface="Josefin Sans"/>
                <a:sym typeface="Josefin Sans"/>
              </a:defRPr>
            </a:lvl7pPr>
            <a:lvl8pPr lvl="7">
              <a:spcBef>
                <a:spcPts val="0"/>
              </a:spcBef>
              <a:spcAft>
                <a:spcPts val="0"/>
              </a:spcAft>
              <a:buSzPts val="3500"/>
              <a:buFont typeface="Josefin Sans"/>
              <a:buNone/>
              <a:defRPr>
                <a:latin typeface="Josefin Sans"/>
                <a:ea typeface="Josefin Sans"/>
                <a:cs typeface="Josefin Sans"/>
                <a:sym typeface="Josefin Sans"/>
              </a:defRPr>
            </a:lvl8pPr>
            <a:lvl9pPr lvl="8">
              <a:spcBef>
                <a:spcPts val="0"/>
              </a:spcBef>
              <a:spcAft>
                <a:spcPts val="0"/>
              </a:spcAft>
              <a:buSzPts val="3500"/>
              <a:buFont typeface="Josefin Sans"/>
              <a:buNone/>
              <a:defRPr>
                <a:latin typeface="Josefin Sans"/>
                <a:ea typeface="Josefin Sans"/>
                <a:cs typeface="Josefin Sans"/>
                <a:sym typeface="Josefin Sans"/>
              </a:defRPr>
            </a:lvl9pPr>
          </a:lstStyle>
          <a:p>
            <a:r>
              <a:rPr lang="en-US"/>
              <a:t>Click to edit Master title style</a:t>
            </a:r>
            <a:endParaRPr/>
          </a:p>
        </p:txBody>
      </p:sp>
      <p:sp>
        <p:nvSpPr>
          <p:cNvPr id="267" name="Google Shape;267;p38"/>
          <p:cNvSpPr txBox="1">
            <a:spLocks noGrp="1"/>
          </p:cNvSpPr>
          <p:nvPr>
            <p:ph type="subTitle" idx="1"/>
          </p:nvPr>
        </p:nvSpPr>
        <p:spPr>
          <a:xfrm>
            <a:off x="1881400" y="1274889"/>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68" name="Google Shape;268;p38"/>
          <p:cNvSpPr txBox="1">
            <a:spLocks noGrp="1"/>
          </p:cNvSpPr>
          <p:nvPr>
            <p:ph type="title" idx="2" hasCustomPrompt="1"/>
          </p:nvPr>
        </p:nvSpPr>
        <p:spPr>
          <a:xfrm>
            <a:off x="842200" y="1274904"/>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69" name="Google Shape;269;p38"/>
          <p:cNvSpPr txBox="1">
            <a:spLocks noGrp="1"/>
          </p:cNvSpPr>
          <p:nvPr>
            <p:ph type="subTitle" idx="3"/>
          </p:nvPr>
        </p:nvSpPr>
        <p:spPr>
          <a:xfrm>
            <a:off x="1881400" y="2107338"/>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0" name="Google Shape;270;p38"/>
          <p:cNvSpPr txBox="1">
            <a:spLocks noGrp="1"/>
          </p:cNvSpPr>
          <p:nvPr>
            <p:ph type="title" idx="4" hasCustomPrompt="1"/>
          </p:nvPr>
        </p:nvSpPr>
        <p:spPr>
          <a:xfrm>
            <a:off x="842200" y="2107338"/>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1" name="Google Shape;271;p38"/>
          <p:cNvSpPr txBox="1">
            <a:spLocks noGrp="1"/>
          </p:cNvSpPr>
          <p:nvPr>
            <p:ph type="subTitle" idx="5"/>
          </p:nvPr>
        </p:nvSpPr>
        <p:spPr>
          <a:xfrm>
            <a:off x="1881400" y="2945975"/>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2" name="Google Shape;272;p38"/>
          <p:cNvSpPr txBox="1">
            <a:spLocks noGrp="1"/>
          </p:cNvSpPr>
          <p:nvPr>
            <p:ph type="title" idx="6" hasCustomPrompt="1"/>
          </p:nvPr>
        </p:nvSpPr>
        <p:spPr>
          <a:xfrm>
            <a:off x="842200" y="2945975"/>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3" name="Google Shape;273;p38"/>
          <p:cNvSpPr txBox="1">
            <a:spLocks noGrp="1"/>
          </p:cNvSpPr>
          <p:nvPr>
            <p:ph type="subTitle" idx="7"/>
          </p:nvPr>
        </p:nvSpPr>
        <p:spPr>
          <a:xfrm>
            <a:off x="1881400" y="3784650"/>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4" name="Google Shape;274;p38"/>
          <p:cNvSpPr txBox="1">
            <a:spLocks noGrp="1"/>
          </p:cNvSpPr>
          <p:nvPr>
            <p:ph type="title" idx="8" hasCustomPrompt="1"/>
          </p:nvPr>
        </p:nvSpPr>
        <p:spPr>
          <a:xfrm>
            <a:off x="842200" y="3784650"/>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5" name="Google Shape;275;p38"/>
          <p:cNvSpPr txBox="1">
            <a:spLocks noGrp="1"/>
          </p:cNvSpPr>
          <p:nvPr>
            <p:ph type="subTitle" idx="9"/>
          </p:nvPr>
        </p:nvSpPr>
        <p:spPr>
          <a:xfrm>
            <a:off x="5770400" y="1274889"/>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6" name="Google Shape;276;p38"/>
          <p:cNvSpPr txBox="1">
            <a:spLocks noGrp="1"/>
          </p:cNvSpPr>
          <p:nvPr>
            <p:ph type="title" idx="13" hasCustomPrompt="1"/>
          </p:nvPr>
        </p:nvSpPr>
        <p:spPr>
          <a:xfrm>
            <a:off x="4731200" y="1274904"/>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7" name="Google Shape;277;p38"/>
          <p:cNvSpPr txBox="1">
            <a:spLocks noGrp="1"/>
          </p:cNvSpPr>
          <p:nvPr>
            <p:ph type="subTitle" idx="14"/>
          </p:nvPr>
        </p:nvSpPr>
        <p:spPr>
          <a:xfrm>
            <a:off x="5770400" y="2107338"/>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8" name="Google Shape;278;p38"/>
          <p:cNvSpPr txBox="1">
            <a:spLocks noGrp="1"/>
          </p:cNvSpPr>
          <p:nvPr>
            <p:ph type="title" idx="15" hasCustomPrompt="1"/>
          </p:nvPr>
        </p:nvSpPr>
        <p:spPr>
          <a:xfrm>
            <a:off x="4731200" y="2107338"/>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9" name="Google Shape;279;p38"/>
          <p:cNvSpPr txBox="1">
            <a:spLocks noGrp="1"/>
          </p:cNvSpPr>
          <p:nvPr>
            <p:ph type="subTitle" idx="16"/>
          </p:nvPr>
        </p:nvSpPr>
        <p:spPr>
          <a:xfrm>
            <a:off x="5770400" y="2945975"/>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80" name="Google Shape;280;p38"/>
          <p:cNvSpPr txBox="1">
            <a:spLocks noGrp="1"/>
          </p:cNvSpPr>
          <p:nvPr>
            <p:ph type="title" idx="17" hasCustomPrompt="1"/>
          </p:nvPr>
        </p:nvSpPr>
        <p:spPr>
          <a:xfrm>
            <a:off x="4731200" y="2945975"/>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81" name="Google Shape;281;p38"/>
          <p:cNvSpPr txBox="1">
            <a:spLocks noGrp="1"/>
          </p:cNvSpPr>
          <p:nvPr>
            <p:ph type="subTitle" idx="18"/>
          </p:nvPr>
        </p:nvSpPr>
        <p:spPr>
          <a:xfrm>
            <a:off x="5770400" y="3784650"/>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82" name="Google Shape;282;p38"/>
          <p:cNvSpPr txBox="1">
            <a:spLocks noGrp="1"/>
          </p:cNvSpPr>
          <p:nvPr>
            <p:ph type="title" idx="19" hasCustomPrompt="1"/>
          </p:nvPr>
        </p:nvSpPr>
        <p:spPr>
          <a:xfrm>
            <a:off x="4731200" y="3784650"/>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4">
  <p:cSld name="Title and two columns 4">
    <p:spTree>
      <p:nvGrpSpPr>
        <p:cNvPr id="1" name="Shape 283"/>
        <p:cNvGrpSpPr/>
        <p:nvPr/>
      </p:nvGrpSpPr>
      <p:grpSpPr>
        <a:xfrm>
          <a:off x="0" y="0"/>
          <a:ext cx="0" cy="0"/>
          <a:chOff x="0" y="0"/>
          <a:chExt cx="0" cy="0"/>
        </a:xfrm>
      </p:grpSpPr>
      <p:pic>
        <p:nvPicPr>
          <p:cNvPr id="284" name="Google Shape;284;p39"/>
          <p:cNvPicPr preferRelativeResize="0"/>
          <p:nvPr/>
        </p:nvPicPr>
        <p:blipFill>
          <a:blip r:embed="rId2" cstate="print">
            <a:alphaModFix amt="57000"/>
          </a:blip>
          <a:stretch>
            <a:fillRect/>
          </a:stretch>
        </p:blipFill>
        <p:spPr>
          <a:xfrm rot="10800000">
            <a:off x="-2510" y="1"/>
            <a:ext cx="9144000" cy="5143500"/>
          </a:xfrm>
          <a:prstGeom prst="rect">
            <a:avLst/>
          </a:prstGeom>
          <a:noFill/>
          <a:ln>
            <a:noFill/>
          </a:ln>
        </p:spPr>
      </p:pic>
      <p:pic>
        <p:nvPicPr>
          <p:cNvPr id="285" name="Google Shape;285;p39"/>
          <p:cNvPicPr preferRelativeResize="0"/>
          <p:nvPr/>
        </p:nvPicPr>
        <p:blipFill>
          <a:blip r:embed="rId3" cstate="print">
            <a:alphaModFix amt="34000"/>
          </a:blip>
          <a:stretch>
            <a:fillRect/>
          </a:stretch>
        </p:blipFill>
        <p:spPr>
          <a:xfrm rot="10800000" flipH="1">
            <a:off x="7202803" y="-1179375"/>
            <a:ext cx="2662825" cy="2707948"/>
          </a:xfrm>
          <a:prstGeom prst="rect">
            <a:avLst/>
          </a:prstGeom>
          <a:noFill/>
          <a:ln>
            <a:noFill/>
          </a:ln>
        </p:spPr>
      </p:pic>
      <p:pic>
        <p:nvPicPr>
          <p:cNvPr id="286" name="Google Shape;286;p39"/>
          <p:cNvPicPr preferRelativeResize="0"/>
          <p:nvPr/>
        </p:nvPicPr>
        <p:blipFill>
          <a:blip r:embed="rId4" cstate="print">
            <a:alphaModFix amt="41000"/>
          </a:blip>
          <a:stretch>
            <a:fillRect/>
          </a:stretch>
        </p:blipFill>
        <p:spPr>
          <a:xfrm rot="10800000">
            <a:off x="-1525138" y="3310951"/>
            <a:ext cx="3878551" cy="3944100"/>
          </a:xfrm>
          <a:prstGeom prst="rect">
            <a:avLst/>
          </a:prstGeom>
          <a:noFill/>
          <a:ln>
            <a:noFill/>
          </a:ln>
        </p:spPr>
      </p:pic>
      <p:sp>
        <p:nvSpPr>
          <p:cNvPr id="287" name="Google Shape;287;p39"/>
          <p:cNvSpPr txBox="1">
            <a:spLocks noGrp="1"/>
          </p:cNvSpPr>
          <p:nvPr>
            <p:ph type="subTitle" idx="1"/>
          </p:nvPr>
        </p:nvSpPr>
        <p:spPr>
          <a:xfrm>
            <a:off x="715100" y="2006400"/>
            <a:ext cx="3785700" cy="238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88" name="Google Shape;288;p39"/>
          <p:cNvSpPr txBox="1">
            <a:spLocks noGrp="1"/>
          </p:cNvSpPr>
          <p:nvPr>
            <p:ph type="subTitle" idx="2"/>
          </p:nvPr>
        </p:nvSpPr>
        <p:spPr>
          <a:xfrm>
            <a:off x="4638325" y="2006400"/>
            <a:ext cx="3785700" cy="238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89" name="Google Shape;289;p39"/>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90" name="Google Shape;290;p39"/>
          <p:cNvSpPr txBox="1">
            <a:spLocks noGrp="1"/>
          </p:cNvSpPr>
          <p:nvPr>
            <p:ph type="title" idx="3"/>
          </p:nvPr>
        </p:nvSpPr>
        <p:spPr>
          <a:xfrm>
            <a:off x="715100" y="1298675"/>
            <a:ext cx="3785700" cy="420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291" name="Google Shape;291;p39"/>
          <p:cNvSpPr txBox="1">
            <a:spLocks noGrp="1"/>
          </p:cNvSpPr>
          <p:nvPr>
            <p:ph type="title" idx="4"/>
          </p:nvPr>
        </p:nvSpPr>
        <p:spPr>
          <a:xfrm>
            <a:off x="4638325" y="1298675"/>
            <a:ext cx="3785700" cy="420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92"/>
        <p:cNvGrpSpPr/>
        <p:nvPr/>
      </p:nvGrpSpPr>
      <p:grpSpPr>
        <a:xfrm>
          <a:off x="0" y="0"/>
          <a:ext cx="0" cy="0"/>
          <a:chOff x="0" y="0"/>
          <a:chExt cx="0" cy="0"/>
        </a:xfrm>
      </p:grpSpPr>
      <p:pic>
        <p:nvPicPr>
          <p:cNvPr id="293" name="Google Shape;293;p4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94" name="Google Shape;294;p40"/>
          <p:cNvPicPr preferRelativeResize="0"/>
          <p:nvPr/>
        </p:nvPicPr>
        <p:blipFill>
          <a:blip r:embed="rId3" cstate="print">
            <a:alphaModFix amt="15000"/>
          </a:blip>
          <a:stretch>
            <a:fillRect/>
          </a:stretch>
        </p:blipFill>
        <p:spPr>
          <a:xfrm rot="10800000" flipH="1">
            <a:off x="0" y="2027045"/>
            <a:ext cx="9144003" cy="3116462"/>
          </a:xfrm>
          <a:prstGeom prst="rect">
            <a:avLst/>
          </a:prstGeom>
          <a:noFill/>
          <a:ln>
            <a:noFill/>
          </a:ln>
        </p:spPr>
      </p:pic>
      <p:sp>
        <p:nvSpPr>
          <p:cNvPr id="295" name="Google Shape;295;p40"/>
          <p:cNvSpPr txBox="1">
            <a:spLocks noGrp="1"/>
          </p:cNvSpPr>
          <p:nvPr>
            <p:ph type="title"/>
          </p:nvPr>
        </p:nvSpPr>
        <p:spPr>
          <a:xfrm>
            <a:off x="720000" y="2285844"/>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296" name="Google Shape;296;p40"/>
          <p:cNvSpPr txBox="1">
            <a:spLocks noGrp="1"/>
          </p:cNvSpPr>
          <p:nvPr>
            <p:ph type="subTitle" idx="1"/>
          </p:nvPr>
        </p:nvSpPr>
        <p:spPr>
          <a:xfrm>
            <a:off x="720000" y="3006517"/>
            <a:ext cx="2336400" cy="115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97" name="Google Shape;297;p40"/>
          <p:cNvSpPr txBox="1">
            <a:spLocks noGrp="1"/>
          </p:cNvSpPr>
          <p:nvPr>
            <p:ph type="title" idx="2"/>
          </p:nvPr>
        </p:nvSpPr>
        <p:spPr>
          <a:xfrm>
            <a:off x="3403800" y="2285844"/>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298" name="Google Shape;298;p40"/>
          <p:cNvSpPr txBox="1">
            <a:spLocks noGrp="1"/>
          </p:cNvSpPr>
          <p:nvPr>
            <p:ph type="subTitle" idx="3"/>
          </p:nvPr>
        </p:nvSpPr>
        <p:spPr>
          <a:xfrm>
            <a:off x="3403800" y="3006517"/>
            <a:ext cx="2336400" cy="115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99" name="Google Shape;299;p40"/>
          <p:cNvSpPr txBox="1">
            <a:spLocks noGrp="1"/>
          </p:cNvSpPr>
          <p:nvPr>
            <p:ph type="title" idx="4"/>
          </p:nvPr>
        </p:nvSpPr>
        <p:spPr>
          <a:xfrm>
            <a:off x="6087600" y="2285844"/>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0" name="Google Shape;300;p40"/>
          <p:cNvSpPr txBox="1">
            <a:spLocks noGrp="1"/>
          </p:cNvSpPr>
          <p:nvPr>
            <p:ph type="subTitle" idx="5"/>
          </p:nvPr>
        </p:nvSpPr>
        <p:spPr>
          <a:xfrm>
            <a:off x="6087600" y="3006517"/>
            <a:ext cx="2336400" cy="115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1" name="Google Shape;301;p40"/>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302"/>
        <p:cNvGrpSpPr/>
        <p:nvPr/>
      </p:nvGrpSpPr>
      <p:grpSpPr>
        <a:xfrm>
          <a:off x="0" y="0"/>
          <a:ext cx="0" cy="0"/>
          <a:chOff x="0" y="0"/>
          <a:chExt cx="0" cy="0"/>
        </a:xfrm>
      </p:grpSpPr>
      <p:pic>
        <p:nvPicPr>
          <p:cNvPr id="303" name="Google Shape;303;p4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304" name="Google Shape;304;p41"/>
          <p:cNvSpPr txBox="1">
            <a:spLocks noGrp="1"/>
          </p:cNvSpPr>
          <p:nvPr>
            <p:ph type="title"/>
          </p:nvPr>
        </p:nvSpPr>
        <p:spPr>
          <a:xfrm>
            <a:off x="717125" y="2594825"/>
            <a:ext cx="2356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5" name="Google Shape;305;p41"/>
          <p:cNvSpPr txBox="1">
            <a:spLocks noGrp="1"/>
          </p:cNvSpPr>
          <p:nvPr>
            <p:ph type="subTitle" idx="1"/>
          </p:nvPr>
        </p:nvSpPr>
        <p:spPr>
          <a:xfrm>
            <a:off x="719988" y="3312525"/>
            <a:ext cx="2356500" cy="11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6" name="Google Shape;306;p41"/>
          <p:cNvSpPr txBox="1">
            <a:spLocks noGrp="1"/>
          </p:cNvSpPr>
          <p:nvPr>
            <p:ph type="title" idx="2"/>
          </p:nvPr>
        </p:nvSpPr>
        <p:spPr>
          <a:xfrm>
            <a:off x="3395188" y="2594900"/>
            <a:ext cx="2356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7" name="Google Shape;307;p41"/>
          <p:cNvSpPr txBox="1">
            <a:spLocks noGrp="1"/>
          </p:cNvSpPr>
          <p:nvPr>
            <p:ph type="subTitle" idx="3"/>
          </p:nvPr>
        </p:nvSpPr>
        <p:spPr>
          <a:xfrm>
            <a:off x="3395188" y="3312600"/>
            <a:ext cx="2356500" cy="11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8" name="Google Shape;308;p41"/>
          <p:cNvSpPr txBox="1">
            <a:spLocks noGrp="1"/>
          </p:cNvSpPr>
          <p:nvPr>
            <p:ph type="title" idx="4"/>
          </p:nvPr>
        </p:nvSpPr>
        <p:spPr>
          <a:xfrm>
            <a:off x="6070363" y="2594900"/>
            <a:ext cx="2356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9" name="Google Shape;309;p41"/>
          <p:cNvSpPr txBox="1">
            <a:spLocks noGrp="1"/>
          </p:cNvSpPr>
          <p:nvPr>
            <p:ph type="subTitle" idx="5"/>
          </p:nvPr>
        </p:nvSpPr>
        <p:spPr>
          <a:xfrm>
            <a:off x="6070363" y="3312150"/>
            <a:ext cx="2356500" cy="11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10" name="Google Shape;310;p41"/>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pic>
        <p:nvPicPr>
          <p:cNvPr id="311" name="Google Shape;311;p41"/>
          <p:cNvPicPr preferRelativeResize="0"/>
          <p:nvPr/>
        </p:nvPicPr>
        <p:blipFill>
          <a:blip r:embed="rId3" cstate="print">
            <a:alphaModFix amt="32000"/>
          </a:blip>
          <a:stretch>
            <a:fillRect/>
          </a:stretch>
        </p:blipFill>
        <p:spPr>
          <a:xfrm>
            <a:off x="-1019777" y="-1847072"/>
            <a:ext cx="2313025" cy="2519726"/>
          </a:xfrm>
          <a:prstGeom prst="rect">
            <a:avLst/>
          </a:prstGeom>
          <a:noFill/>
          <a:ln>
            <a:noFill/>
          </a:ln>
        </p:spPr>
      </p:pic>
      <p:pic>
        <p:nvPicPr>
          <p:cNvPr id="312" name="Google Shape;312;p41"/>
          <p:cNvPicPr preferRelativeResize="0"/>
          <p:nvPr/>
        </p:nvPicPr>
        <p:blipFill>
          <a:blip r:embed="rId4" cstate="print">
            <a:alphaModFix amt="30000"/>
          </a:blip>
          <a:stretch>
            <a:fillRect/>
          </a:stretch>
        </p:blipFill>
        <p:spPr>
          <a:xfrm>
            <a:off x="6988285" y="-2018700"/>
            <a:ext cx="2881223" cy="2929874"/>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3"/>
        <p:cNvGrpSpPr/>
        <p:nvPr/>
      </p:nvGrpSpPr>
      <p:grpSpPr>
        <a:xfrm>
          <a:off x="0" y="0"/>
          <a:ext cx="0" cy="0"/>
          <a:chOff x="0" y="0"/>
          <a:chExt cx="0" cy="0"/>
        </a:xfrm>
      </p:grpSpPr>
      <p:pic>
        <p:nvPicPr>
          <p:cNvPr id="314" name="Google Shape;314;p4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315" name="Google Shape;315;p42"/>
          <p:cNvPicPr preferRelativeResize="0"/>
          <p:nvPr/>
        </p:nvPicPr>
        <p:blipFill>
          <a:blip r:embed="rId3" cstate="print">
            <a:alphaModFix amt="35000"/>
          </a:blip>
          <a:stretch>
            <a:fillRect/>
          </a:stretch>
        </p:blipFill>
        <p:spPr>
          <a:xfrm rot="-702089">
            <a:off x="-734167" y="792101"/>
            <a:ext cx="7717137" cy="5143502"/>
          </a:xfrm>
          <a:prstGeom prst="rect">
            <a:avLst/>
          </a:prstGeom>
          <a:noFill/>
          <a:ln>
            <a:noFill/>
          </a:ln>
        </p:spPr>
      </p:pic>
      <p:sp>
        <p:nvSpPr>
          <p:cNvPr id="316" name="Google Shape;316;p42"/>
          <p:cNvSpPr txBox="1">
            <a:spLocks noGrp="1"/>
          </p:cNvSpPr>
          <p:nvPr>
            <p:ph type="title"/>
          </p:nvPr>
        </p:nvSpPr>
        <p:spPr>
          <a:xfrm>
            <a:off x="720000" y="254856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17" name="Google Shape;317;p42"/>
          <p:cNvSpPr txBox="1">
            <a:spLocks noGrp="1"/>
          </p:cNvSpPr>
          <p:nvPr>
            <p:ph type="subTitle" idx="1"/>
          </p:nvPr>
        </p:nvSpPr>
        <p:spPr>
          <a:xfrm>
            <a:off x="924600" y="3266225"/>
            <a:ext cx="19272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18" name="Google Shape;318;p42"/>
          <p:cNvSpPr txBox="1">
            <a:spLocks noGrp="1"/>
          </p:cNvSpPr>
          <p:nvPr>
            <p:ph type="title" idx="2"/>
          </p:nvPr>
        </p:nvSpPr>
        <p:spPr>
          <a:xfrm>
            <a:off x="3403800" y="254856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19" name="Google Shape;319;p42"/>
          <p:cNvSpPr txBox="1">
            <a:spLocks noGrp="1"/>
          </p:cNvSpPr>
          <p:nvPr>
            <p:ph type="subTitle" idx="3"/>
          </p:nvPr>
        </p:nvSpPr>
        <p:spPr>
          <a:xfrm>
            <a:off x="3608400" y="3266225"/>
            <a:ext cx="19272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0" name="Google Shape;320;p42"/>
          <p:cNvSpPr txBox="1">
            <a:spLocks noGrp="1"/>
          </p:cNvSpPr>
          <p:nvPr>
            <p:ph type="title" idx="4"/>
          </p:nvPr>
        </p:nvSpPr>
        <p:spPr>
          <a:xfrm>
            <a:off x="6087600" y="254856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21" name="Google Shape;321;p42"/>
          <p:cNvSpPr txBox="1">
            <a:spLocks noGrp="1"/>
          </p:cNvSpPr>
          <p:nvPr>
            <p:ph type="subTitle" idx="5"/>
          </p:nvPr>
        </p:nvSpPr>
        <p:spPr>
          <a:xfrm>
            <a:off x="6292200" y="3266225"/>
            <a:ext cx="19272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2" name="Google Shape;322;p42"/>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323"/>
        <p:cNvGrpSpPr/>
        <p:nvPr/>
      </p:nvGrpSpPr>
      <p:grpSpPr>
        <a:xfrm>
          <a:off x="0" y="0"/>
          <a:ext cx="0" cy="0"/>
          <a:chOff x="0" y="0"/>
          <a:chExt cx="0" cy="0"/>
        </a:xfrm>
      </p:grpSpPr>
      <p:pic>
        <p:nvPicPr>
          <p:cNvPr id="324" name="Google Shape;324;p4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25;p43"/>
          <p:cNvGrpSpPr/>
          <p:nvPr/>
        </p:nvGrpSpPr>
        <p:grpSpPr>
          <a:xfrm>
            <a:off x="-2630529" y="-1513088"/>
            <a:ext cx="13086688" cy="8065884"/>
            <a:chOff x="-2630529" y="-1513088"/>
            <a:chExt cx="13086688" cy="8065884"/>
          </a:xfrm>
        </p:grpSpPr>
        <p:pic>
          <p:nvPicPr>
            <p:cNvPr id="326" name="Google Shape;326;p43"/>
            <p:cNvPicPr preferRelativeResize="0"/>
            <p:nvPr/>
          </p:nvPicPr>
          <p:blipFill>
            <a:blip r:embed="rId3" cstate="print">
              <a:alphaModFix amt="30000"/>
            </a:blip>
            <a:stretch>
              <a:fillRect/>
            </a:stretch>
          </p:blipFill>
          <p:spPr>
            <a:xfrm rot="8851044" flipH="1">
              <a:off x="-1601951" y="1388001"/>
              <a:ext cx="3042426" cy="4716799"/>
            </a:xfrm>
            <a:prstGeom prst="rect">
              <a:avLst/>
            </a:prstGeom>
            <a:noFill/>
            <a:ln>
              <a:noFill/>
            </a:ln>
          </p:spPr>
        </p:pic>
        <p:pic>
          <p:nvPicPr>
            <p:cNvPr id="327" name="Google Shape;327;p43"/>
            <p:cNvPicPr preferRelativeResize="0"/>
            <p:nvPr/>
          </p:nvPicPr>
          <p:blipFill>
            <a:blip r:embed="rId4" cstate="print">
              <a:alphaModFix amt="13000"/>
            </a:blip>
            <a:stretch>
              <a:fillRect/>
            </a:stretch>
          </p:blipFill>
          <p:spPr>
            <a:xfrm rot="-5400000">
              <a:off x="7611947" y="-1658325"/>
              <a:ext cx="2698976" cy="2989450"/>
            </a:xfrm>
            <a:prstGeom prst="rect">
              <a:avLst/>
            </a:prstGeom>
            <a:noFill/>
            <a:ln>
              <a:noFill/>
            </a:ln>
          </p:spPr>
        </p:pic>
        <p:pic>
          <p:nvPicPr>
            <p:cNvPr id="328" name="Google Shape;328;p43"/>
            <p:cNvPicPr preferRelativeResize="0"/>
            <p:nvPr/>
          </p:nvPicPr>
          <p:blipFill>
            <a:blip r:embed="rId5" cstate="print">
              <a:alphaModFix amt="41000"/>
            </a:blip>
            <a:stretch>
              <a:fillRect/>
            </a:stretch>
          </p:blipFill>
          <p:spPr>
            <a:xfrm>
              <a:off x="1090275" y="95587"/>
              <a:ext cx="432124" cy="439424"/>
            </a:xfrm>
            <a:prstGeom prst="rect">
              <a:avLst/>
            </a:prstGeom>
            <a:noFill/>
            <a:ln>
              <a:noFill/>
            </a:ln>
          </p:spPr>
        </p:pic>
        <p:pic>
          <p:nvPicPr>
            <p:cNvPr id="329" name="Google Shape;329;p43"/>
            <p:cNvPicPr preferRelativeResize="0"/>
            <p:nvPr/>
          </p:nvPicPr>
          <p:blipFill>
            <a:blip r:embed="rId6" cstate="print">
              <a:alphaModFix amt="38000"/>
            </a:blip>
            <a:stretch>
              <a:fillRect/>
            </a:stretch>
          </p:blipFill>
          <p:spPr>
            <a:xfrm flipH="1">
              <a:off x="169348" y="471744"/>
              <a:ext cx="920927" cy="936530"/>
            </a:xfrm>
            <a:prstGeom prst="rect">
              <a:avLst/>
            </a:prstGeom>
            <a:noFill/>
            <a:ln>
              <a:noFill/>
            </a:ln>
          </p:spPr>
        </p:pic>
      </p:grpSp>
      <p:sp>
        <p:nvSpPr>
          <p:cNvPr id="330" name="Google Shape;330;p43"/>
          <p:cNvSpPr txBox="1">
            <a:spLocks noGrp="1"/>
          </p:cNvSpPr>
          <p:nvPr>
            <p:ph type="title"/>
          </p:nvPr>
        </p:nvSpPr>
        <p:spPr>
          <a:xfrm>
            <a:off x="872400" y="3320062"/>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31" name="Google Shape;331;p43"/>
          <p:cNvSpPr txBox="1">
            <a:spLocks noGrp="1"/>
          </p:cNvSpPr>
          <p:nvPr>
            <p:ph type="subTitle" idx="1"/>
          </p:nvPr>
        </p:nvSpPr>
        <p:spPr>
          <a:xfrm>
            <a:off x="872400" y="404227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2" name="Google Shape;332;p43"/>
          <p:cNvSpPr txBox="1">
            <a:spLocks noGrp="1"/>
          </p:cNvSpPr>
          <p:nvPr>
            <p:ph type="title" idx="2"/>
          </p:nvPr>
        </p:nvSpPr>
        <p:spPr>
          <a:xfrm>
            <a:off x="3403800" y="3320062"/>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33" name="Google Shape;333;p43"/>
          <p:cNvSpPr txBox="1">
            <a:spLocks noGrp="1"/>
          </p:cNvSpPr>
          <p:nvPr>
            <p:ph type="subTitle" idx="3"/>
          </p:nvPr>
        </p:nvSpPr>
        <p:spPr>
          <a:xfrm>
            <a:off x="3403800" y="404227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4" name="Google Shape;334;p43"/>
          <p:cNvSpPr txBox="1">
            <a:spLocks noGrp="1"/>
          </p:cNvSpPr>
          <p:nvPr>
            <p:ph type="title" idx="4"/>
          </p:nvPr>
        </p:nvSpPr>
        <p:spPr>
          <a:xfrm>
            <a:off x="5935200" y="3320062"/>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35" name="Google Shape;335;p43"/>
          <p:cNvSpPr txBox="1">
            <a:spLocks noGrp="1"/>
          </p:cNvSpPr>
          <p:nvPr>
            <p:ph type="subTitle" idx="5"/>
          </p:nvPr>
        </p:nvSpPr>
        <p:spPr>
          <a:xfrm>
            <a:off x="5935200" y="404227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6" name="Google Shape;336;p43"/>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7"/>
        <p:cNvGrpSpPr/>
        <p:nvPr/>
      </p:nvGrpSpPr>
      <p:grpSpPr>
        <a:xfrm>
          <a:off x="0" y="0"/>
          <a:ext cx="0" cy="0"/>
          <a:chOff x="0" y="0"/>
          <a:chExt cx="0" cy="0"/>
        </a:xfrm>
      </p:grpSpPr>
      <p:pic>
        <p:nvPicPr>
          <p:cNvPr id="338" name="Google Shape;338;p4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39;p44"/>
          <p:cNvGrpSpPr/>
          <p:nvPr/>
        </p:nvGrpSpPr>
        <p:grpSpPr>
          <a:xfrm rot="10800000" flipH="1">
            <a:off x="-1846500" y="-1386399"/>
            <a:ext cx="11304528" cy="8107960"/>
            <a:chOff x="-1846500" y="-1386399"/>
            <a:chExt cx="11304528" cy="8107960"/>
          </a:xfrm>
        </p:grpSpPr>
        <p:pic>
          <p:nvPicPr>
            <p:cNvPr id="340" name="Google Shape;340;p44"/>
            <p:cNvPicPr preferRelativeResize="0"/>
            <p:nvPr/>
          </p:nvPicPr>
          <p:blipFill>
            <a:blip r:embed="rId3" cstate="print">
              <a:alphaModFix amt="27000"/>
            </a:blip>
            <a:stretch>
              <a:fillRect/>
            </a:stretch>
          </p:blipFill>
          <p:spPr>
            <a:xfrm>
              <a:off x="6686275" y="-1386399"/>
              <a:ext cx="2771753" cy="2736575"/>
            </a:xfrm>
            <a:prstGeom prst="rect">
              <a:avLst/>
            </a:prstGeom>
            <a:noFill/>
            <a:ln>
              <a:noFill/>
            </a:ln>
          </p:spPr>
        </p:pic>
        <p:pic>
          <p:nvPicPr>
            <p:cNvPr id="341" name="Google Shape;341;p44"/>
            <p:cNvPicPr preferRelativeResize="0"/>
            <p:nvPr/>
          </p:nvPicPr>
          <p:blipFill>
            <a:blip r:embed="rId4" cstate="print">
              <a:alphaModFix amt="34000"/>
            </a:blip>
            <a:stretch>
              <a:fillRect/>
            </a:stretch>
          </p:blipFill>
          <p:spPr>
            <a:xfrm rot="5203858">
              <a:off x="-1631029" y="3518279"/>
              <a:ext cx="2980001" cy="3246294"/>
            </a:xfrm>
            <a:prstGeom prst="rect">
              <a:avLst/>
            </a:prstGeom>
            <a:noFill/>
            <a:ln>
              <a:noFill/>
            </a:ln>
          </p:spPr>
        </p:pic>
      </p:grpSp>
      <p:sp>
        <p:nvSpPr>
          <p:cNvPr id="342" name="Google Shape;342;p44"/>
          <p:cNvSpPr txBox="1">
            <a:spLocks noGrp="1"/>
          </p:cNvSpPr>
          <p:nvPr>
            <p:ph type="title"/>
          </p:nvPr>
        </p:nvSpPr>
        <p:spPr>
          <a:xfrm>
            <a:off x="727925"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3" name="Google Shape;343;p44"/>
          <p:cNvSpPr txBox="1">
            <a:spLocks noGrp="1"/>
          </p:cNvSpPr>
          <p:nvPr>
            <p:ph type="subTitle" idx="1"/>
          </p:nvPr>
        </p:nvSpPr>
        <p:spPr>
          <a:xfrm>
            <a:off x="825875"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4" name="Google Shape;344;p44"/>
          <p:cNvSpPr txBox="1">
            <a:spLocks noGrp="1"/>
          </p:cNvSpPr>
          <p:nvPr>
            <p:ph type="title" idx="2"/>
          </p:nvPr>
        </p:nvSpPr>
        <p:spPr>
          <a:xfrm>
            <a:off x="4659975"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5" name="Google Shape;345;p44"/>
          <p:cNvSpPr txBox="1">
            <a:spLocks noGrp="1"/>
          </p:cNvSpPr>
          <p:nvPr>
            <p:ph type="subTitle" idx="3"/>
          </p:nvPr>
        </p:nvSpPr>
        <p:spPr>
          <a:xfrm>
            <a:off x="4757925"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6" name="Google Shape;346;p44"/>
          <p:cNvSpPr txBox="1">
            <a:spLocks noGrp="1"/>
          </p:cNvSpPr>
          <p:nvPr>
            <p:ph type="title" idx="4"/>
          </p:nvPr>
        </p:nvSpPr>
        <p:spPr>
          <a:xfrm>
            <a:off x="2693950"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7" name="Google Shape;347;p44"/>
          <p:cNvSpPr txBox="1">
            <a:spLocks noGrp="1"/>
          </p:cNvSpPr>
          <p:nvPr>
            <p:ph type="subTitle" idx="5"/>
          </p:nvPr>
        </p:nvSpPr>
        <p:spPr>
          <a:xfrm>
            <a:off x="2791900"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8" name="Google Shape;348;p44"/>
          <p:cNvSpPr txBox="1">
            <a:spLocks noGrp="1"/>
          </p:cNvSpPr>
          <p:nvPr>
            <p:ph type="title" idx="6"/>
          </p:nvPr>
        </p:nvSpPr>
        <p:spPr>
          <a:xfrm>
            <a:off x="6626000"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9" name="Google Shape;349;p44"/>
          <p:cNvSpPr txBox="1">
            <a:spLocks noGrp="1"/>
          </p:cNvSpPr>
          <p:nvPr>
            <p:ph type="subTitle" idx="7"/>
          </p:nvPr>
        </p:nvSpPr>
        <p:spPr>
          <a:xfrm>
            <a:off x="6723950"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50" name="Google Shape;350;p44"/>
          <p:cNvSpPr txBox="1">
            <a:spLocks noGrp="1"/>
          </p:cNvSpPr>
          <p:nvPr>
            <p:ph type="title" idx="8"/>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1"/>
        <p:cNvGrpSpPr/>
        <p:nvPr/>
      </p:nvGrpSpPr>
      <p:grpSpPr>
        <a:xfrm>
          <a:off x="0" y="0"/>
          <a:ext cx="0" cy="0"/>
          <a:chOff x="0" y="0"/>
          <a:chExt cx="0" cy="0"/>
        </a:xfrm>
      </p:grpSpPr>
      <p:pic>
        <p:nvPicPr>
          <p:cNvPr id="352" name="Google Shape;352;p4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53;p45"/>
          <p:cNvGrpSpPr/>
          <p:nvPr/>
        </p:nvGrpSpPr>
        <p:grpSpPr>
          <a:xfrm>
            <a:off x="-891002" y="-1475725"/>
            <a:ext cx="10578908" cy="2929874"/>
            <a:chOff x="-891002" y="-1228775"/>
            <a:chExt cx="10578908" cy="2929874"/>
          </a:xfrm>
        </p:grpSpPr>
        <p:pic>
          <p:nvPicPr>
            <p:cNvPr id="354" name="Google Shape;354;p45"/>
            <p:cNvPicPr preferRelativeResize="0"/>
            <p:nvPr/>
          </p:nvPicPr>
          <p:blipFill>
            <a:blip r:embed="rId3" cstate="print">
              <a:alphaModFix amt="29000"/>
            </a:blip>
            <a:stretch>
              <a:fillRect/>
            </a:stretch>
          </p:blipFill>
          <p:spPr>
            <a:xfrm>
              <a:off x="-891002" y="-1228775"/>
              <a:ext cx="2881223" cy="2929874"/>
            </a:xfrm>
            <a:prstGeom prst="rect">
              <a:avLst/>
            </a:prstGeom>
            <a:noFill/>
            <a:ln>
              <a:noFill/>
            </a:ln>
          </p:spPr>
        </p:pic>
        <p:pic>
          <p:nvPicPr>
            <p:cNvPr id="355" name="Google Shape;355;p45"/>
            <p:cNvPicPr preferRelativeResize="0"/>
            <p:nvPr/>
          </p:nvPicPr>
          <p:blipFill>
            <a:blip r:embed="rId4" cstate="print">
              <a:alphaModFix amt="43000"/>
            </a:blip>
            <a:stretch>
              <a:fillRect/>
            </a:stretch>
          </p:blipFill>
          <p:spPr>
            <a:xfrm rot="4408896">
              <a:off x="7465724" y="-1122075"/>
              <a:ext cx="1486300" cy="2644623"/>
            </a:xfrm>
            <a:prstGeom prst="rect">
              <a:avLst/>
            </a:prstGeom>
            <a:noFill/>
            <a:ln>
              <a:noFill/>
            </a:ln>
          </p:spPr>
        </p:pic>
      </p:grpSp>
      <p:sp>
        <p:nvSpPr>
          <p:cNvPr id="356" name="Google Shape;356;p45"/>
          <p:cNvSpPr txBox="1">
            <a:spLocks noGrp="1"/>
          </p:cNvSpPr>
          <p:nvPr>
            <p:ph type="title"/>
          </p:nvPr>
        </p:nvSpPr>
        <p:spPr>
          <a:xfrm>
            <a:off x="720000"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57" name="Google Shape;357;p45"/>
          <p:cNvSpPr txBox="1">
            <a:spLocks noGrp="1"/>
          </p:cNvSpPr>
          <p:nvPr>
            <p:ph type="subTitle" idx="1"/>
          </p:nvPr>
        </p:nvSpPr>
        <p:spPr>
          <a:xfrm>
            <a:off x="720000"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58" name="Google Shape;358;p45"/>
          <p:cNvSpPr txBox="1">
            <a:spLocks noGrp="1"/>
          </p:cNvSpPr>
          <p:nvPr>
            <p:ph type="title" idx="2"/>
          </p:nvPr>
        </p:nvSpPr>
        <p:spPr>
          <a:xfrm>
            <a:off x="3419269"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59" name="Google Shape;359;p45"/>
          <p:cNvSpPr txBox="1">
            <a:spLocks noGrp="1"/>
          </p:cNvSpPr>
          <p:nvPr>
            <p:ph type="subTitle" idx="3"/>
          </p:nvPr>
        </p:nvSpPr>
        <p:spPr>
          <a:xfrm>
            <a:off x="3419269"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0" name="Google Shape;360;p45"/>
          <p:cNvSpPr txBox="1">
            <a:spLocks noGrp="1"/>
          </p:cNvSpPr>
          <p:nvPr>
            <p:ph type="title" idx="4"/>
          </p:nvPr>
        </p:nvSpPr>
        <p:spPr>
          <a:xfrm>
            <a:off x="720000"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1" name="Google Shape;361;p45"/>
          <p:cNvSpPr txBox="1">
            <a:spLocks noGrp="1"/>
          </p:cNvSpPr>
          <p:nvPr>
            <p:ph type="subTitle" idx="5"/>
          </p:nvPr>
        </p:nvSpPr>
        <p:spPr>
          <a:xfrm>
            <a:off x="720000"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2" name="Google Shape;362;p45"/>
          <p:cNvSpPr txBox="1">
            <a:spLocks noGrp="1"/>
          </p:cNvSpPr>
          <p:nvPr>
            <p:ph type="title" idx="6"/>
          </p:nvPr>
        </p:nvSpPr>
        <p:spPr>
          <a:xfrm>
            <a:off x="3419269"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3" name="Google Shape;363;p45"/>
          <p:cNvSpPr txBox="1">
            <a:spLocks noGrp="1"/>
          </p:cNvSpPr>
          <p:nvPr>
            <p:ph type="subTitle" idx="7"/>
          </p:nvPr>
        </p:nvSpPr>
        <p:spPr>
          <a:xfrm>
            <a:off x="3419269"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4" name="Google Shape;364;p45"/>
          <p:cNvSpPr txBox="1">
            <a:spLocks noGrp="1"/>
          </p:cNvSpPr>
          <p:nvPr>
            <p:ph type="title" idx="8"/>
          </p:nvPr>
        </p:nvSpPr>
        <p:spPr>
          <a:xfrm>
            <a:off x="6118545"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5" name="Google Shape;365;p45"/>
          <p:cNvSpPr txBox="1">
            <a:spLocks noGrp="1"/>
          </p:cNvSpPr>
          <p:nvPr>
            <p:ph type="subTitle" idx="9"/>
          </p:nvPr>
        </p:nvSpPr>
        <p:spPr>
          <a:xfrm>
            <a:off x="6118545"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6" name="Google Shape;366;p45"/>
          <p:cNvSpPr txBox="1">
            <a:spLocks noGrp="1"/>
          </p:cNvSpPr>
          <p:nvPr>
            <p:ph type="title" idx="13"/>
          </p:nvPr>
        </p:nvSpPr>
        <p:spPr>
          <a:xfrm>
            <a:off x="6118545"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7" name="Google Shape;367;p45"/>
          <p:cNvSpPr txBox="1">
            <a:spLocks noGrp="1"/>
          </p:cNvSpPr>
          <p:nvPr>
            <p:ph type="subTitle" idx="14"/>
          </p:nvPr>
        </p:nvSpPr>
        <p:spPr>
          <a:xfrm>
            <a:off x="6118545"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8" name="Google Shape;368;p45"/>
          <p:cNvSpPr txBox="1">
            <a:spLocks noGrp="1"/>
          </p:cNvSpPr>
          <p:nvPr>
            <p:ph type="title" idx="15"/>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369"/>
        <p:cNvGrpSpPr/>
        <p:nvPr/>
      </p:nvGrpSpPr>
      <p:grpSpPr>
        <a:xfrm>
          <a:off x="0" y="0"/>
          <a:ext cx="0" cy="0"/>
          <a:chOff x="0" y="0"/>
          <a:chExt cx="0" cy="0"/>
        </a:xfrm>
      </p:grpSpPr>
      <p:pic>
        <p:nvPicPr>
          <p:cNvPr id="370" name="Google Shape;370;p4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71;p46"/>
          <p:cNvGrpSpPr/>
          <p:nvPr/>
        </p:nvGrpSpPr>
        <p:grpSpPr>
          <a:xfrm>
            <a:off x="-1203759" y="-1310750"/>
            <a:ext cx="10783080" cy="7374679"/>
            <a:chOff x="-1203759" y="-1063800"/>
            <a:chExt cx="10783080" cy="7374679"/>
          </a:xfrm>
        </p:grpSpPr>
        <p:pic>
          <p:nvPicPr>
            <p:cNvPr id="372" name="Google Shape;372;p46"/>
            <p:cNvPicPr preferRelativeResize="0"/>
            <p:nvPr/>
          </p:nvPicPr>
          <p:blipFill>
            <a:blip r:embed="rId3" cstate="print">
              <a:alphaModFix amt="29000"/>
            </a:blip>
            <a:stretch>
              <a:fillRect/>
            </a:stretch>
          </p:blipFill>
          <p:spPr>
            <a:xfrm>
              <a:off x="6698098" y="-1063800"/>
              <a:ext cx="2881223" cy="2929874"/>
            </a:xfrm>
            <a:prstGeom prst="rect">
              <a:avLst/>
            </a:prstGeom>
            <a:noFill/>
            <a:ln>
              <a:noFill/>
            </a:ln>
          </p:spPr>
        </p:pic>
        <p:pic>
          <p:nvPicPr>
            <p:cNvPr id="373" name="Google Shape;373;p46"/>
            <p:cNvPicPr preferRelativeResize="0"/>
            <p:nvPr/>
          </p:nvPicPr>
          <p:blipFill>
            <a:blip r:embed="rId4" cstate="print">
              <a:alphaModFix amt="43000"/>
            </a:blip>
            <a:stretch>
              <a:fillRect/>
            </a:stretch>
          </p:blipFill>
          <p:spPr>
            <a:xfrm rot="4408896">
              <a:off x="-467876" y="3900125"/>
              <a:ext cx="1486300" cy="2644623"/>
            </a:xfrm>
            <a:prstGeom prst="rect">
              <a:avLst/>
            </a:prstGeom>
            <a:noFill/>
            <a:ln>
              <a:noFill/>
            </a:ln>
          </p:spPr>
        </p:pic>
      </p:grpSp>
      <p:sp>
        <p:nvSpPr>
          <p:cNvPr id="374" name="Google Shape;374;p46"/>
          <p:cNvSpPr txBox="1">
            <a:spLocks noGrp="1"/>
          </p:cNvSpPr>
          <p:nvPr>
            <p:ph type="title"/>
          </p:nvPr>
        </p:nvSpPr>
        <p:spPr>
          <a:xfrm>
            <a:off x="1911900"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75" name="Google Shape;375;p46"/>
          <p:cNvSpPr txBox="1">
            <a:spLocks noGrp="1"/>
          </p:cNvSpPr>
          <p:nvPr>
            <p:ph type="subTitle" idx="1"/>
          </p:nvPr>
        </p:nvSpPr>
        <p:spPr>
          <a:xfrm>
            <a:off x="1911900"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76" name="Google Shape;376;p46"/>
          <p:cNvSpPr txBox="1">
            <a:spLocks noGrp="1"/>
          </p:cNvSpPr>
          <p:nvPr>
            <p:ph type="title" idx="2"/>
          </p:nvPr>
        </p:nvSpPr>
        <p:spPr>
          <a:xfrm>
            <a:off x="4926594"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77" name="Google Shape;377;p46"/>
          <p:cNvSpPr txBox="1">
            <a:spLocks noGrp="1"/>
          </p:cNvSpPr>
          <p:nvPr>
            <p:ph type="subTitle" idx="3"/>
          </p:nvPr>
        </p:nvSpPr>
        <p:spPr>
          <a:xfrm>
            <a:off x="4926594"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78" name="Google Shape;378;p46"/>
          <p:cNvSpPr txBox="1">
            <a:spLocks noGrp="1"/>
          </p:cNvSpPr>
          <p:nvPr>
            <p:ph type="title" idx="4"/>
          </p:nvPr>
        </p:nvSpPr>
        <p:spPr>
          <a:xfrm>
            <a:off x="1911900"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79" name="Google Shape;379;p46"/>
          <p:cNvSpPr txBox="1">
            <a:spLocks noGrp="1"/>
          </p:cNvSpPr>
          <p:nvPr>
            <p:ph type="subTitle" idx="5"/>
          </p:nvPr>
        </p:nvSpPr>
        <p:spPr>
          <a:xfrm>
            <a:off x="1911900"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80" name="Google Shape;380;p46"/>
          <p:cNvSpPr txBox="1">
            <a:spLocks noGrp="1"/>
          </p:cNvSpPr>
          <p:nvPr>
            <p:ph type="title" idx="6"/>
          </p:nvPr>
        </p:nvSpPr>
        <p:spPr>
          <a:xfrm>
            <a:off x="4926594"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81" name="Google Shape;381;p46"/>
          <p:cNvSpPr txBox="1">
            <a:spLocks noGrp="1"/>
          </p:cNvSpPr>
          <p:nvPr>
            <p:ph type="subTitle" idx="7"/>
          </p:nvPr>
        </p:nvSpPr>
        <p:spPr>
          <a:xfrm>
            <a:off x="4926594"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82" name="Google Shape;382;p46"/>
          <p:cNvSpPr txBox="1">
            <a:spLocks noGrp="1"/>
          </p:cNvSpPr>
          <p:nvPr>
            <p:ph type="title" idx="8"/>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383"/>
        <p:cNvGrpSpPr/>
        <p:nvPr/>
      </p:nvGrpSpPr>
      <p:grpSpPr>
        <a:xfrm>
          <a:off x="0" y="0"/>
          <a:ext cx="0" cy="0"/>
          <a:chOff x="0" y="0"/>
          <a:chExt cx="0" cy="0"/>
        </a:xfrm>
      </p:grpSpPr>
      <p:sp>
        <p:nvSpPr>
          <p:cNvPr id="384" name="Google Shape;384;p47"/>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385" name="Google Shape;385;p47"/>
          <p:cNvSpPr txBox="1">
            <a:spLocks noGrp="1"/>
          </p:cNvSpPr>
          <p:nvPr>
            <p:ph type="title" idx="2"/>
          </p:nvPr>
        </p:nvSpPr>
        <p:spPr>
          <a:xfrm>
            <a:off x="1104350" y="1345700"/>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86" name="Google Shape;386;p47"/>
          <p:cNvSpPr txBox="1">
            <a:spLocks noGrp="1"/>
          </p:cNvSpPr>
          <p:nvPr>
            <p:ph type="subTitle" idx="1"/>
          </p:nvPr>
        </p:nvSpPr>
        <p:spPr>
          <a:xfrm>
            <a:off x="716550" y="1905550"/>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387" name="Google Shape;387;p47"/>
          <p:cNvSpPr txBox="1">
            <a:spLocks noGrp="1"/>
          </p:cNvSpPr>
          <p:nvPr>
            <p:ph type="title" idx="3"/>
          </p:nvPr>
        </p:nvSpPr>
        <p:spPr>
          <a:xfrm>
            <a:off x="5137350" y="1345700"/>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88" name="Google Shape;388;p47"/>
          <p:cNvSpPr txBox="1">
            <a:spLocks noGrp="1"/>
          </p:cNvSpPr>
          <p:nvPr>
            <p:ph type="subTitle" idx="4"/>
          </p:nvPr>
        </p:nvSpPr>
        <p:spPr>
          <a:xfrm>
            <a:off x="4682850" y="1905550"/>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389" name="Google Shape;389;p47"/>
          <p:cNvSpPr txBox="1">
            <a:spLocks noGrp="1"/>
          </p:cNvSpPr>
          <p:nvPr>
            <p:ph type="title" idx="5"/>
          </p:nvPr>
        </p:nvSpPr>
        <p:spPr>
          <a:xfrm>
            <a:off x="1104350" y="2974525"/>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90" name="Google Shape;390;p47"/>
          <p:cNvSpPr txBox="1">
            <a:spLocks noGrp="1"/>
          </p:cNvSpPr>
          <p:nvPr>
            <p:ph type="subTitle" idx="6"/>
          </p:nvPr>
        </p:nvSpPr>
        <p:spPr>
          <a:xfrm>
            <a:off x="716550" y="3534375"/>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391" name="Google Shape;391;p47"/>
          <p:cNvSpPr txBox="1">
            <a:spLocks noGrp="1"/>
          </p:cNvSpPr>
          <p:nvPr>
            <p:ph type="title" idx="7"/>
          </p:nvPr>
        </p:nvSpPr>
        <p:spPr>
          <a:xfrm>
            <a:off x="5137350" y="2974525"/>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92" name="Google Shape;392;p47"/>
          <p:cNvSpPr txBox="1">
            <a:spLocks noGrp="1"/>
          </p:cNvSpPr>
          <p:nvPr>
            <p:ph type="subTitle" idx="8"/>
          </p:nvPr>
        </p:nvSpPr>
        <p:spPr>
          <a:xfrm>
            <a:off x="4682850" y="3534375"/>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grpSp>
        <p:nvGrpSpPr>
          <p:cNvPr id="2" name="Google Shape;393;p47"/>
          <p:cNvGrpSpPr/>
          <p:nvPr/>
        </p:nvGrpSpPr>
        <p:grpSpPr>
          <a:xfrm rot="10800000" flipH="1">
            <a:off x="-891002" y="-794254"/>
            <a:ext cx="10578908" cy="3143404"/>
            <a:chOff x="-891002" y="-1020125"/>
            <a:chExt cx="10578908" cy="3143404"/>
          </a:xfrm>
        </p:grpSpPr>
        <p:pic>
          <p:nvPicPr>
            <p:cNvPr id="394" name="Google Shape;394;p47"/>
            <p:cNvPicPr preferRelativeResize="0"/>
            <p:nvPr/>
          </p:nvPicPr>
          <p:blipFill>
            <a:blip r:embed="rId2" cstate="print">
              <a:alphaModFix amt="29000"/>
            </a:blip>
            <a:stretch>
              <a:fillRect/>
            </a:stretch>
          </p:blipFill>
          <p:spPr>
            <a:xfrm>
              <a:off x="-891002" y="-1020125"/>
              <a:ext cx="2881223" cy="2929874"/>
            </a:xfrm>
            <a:prstGeom prst="rect">
              <a:avLst/>
            </a:prstGeom>
            <a:noFill/>
            <a:ln>
              <a:noFill/>
            </a:ln>
          </p:spPr>
        </p:pic>
        <p:pic>
          <p:nvPicPr>
            <p:cNvPr id="395" name="Google Shape;395;p47"/>
            <p:cNvPicPr preferRelativeResize="0"/>
            <p:nvPr/>
          </p:nvPicPr>
          <p:blipFill>
            <a:blip r:embed="rId3" cstate="print">
              <a:alphaModFix amt="43000"/>
            </a:blip>
            <a:stretch>
              <a:fillRect/>
            </a:stretch>
          </p:blipFill>
          <p:spPr>
            <a:xfrm rot="4408896">
              <a:off x="7465724" y="-287475"/>
              <a:ext cx="1486300" cy="2644623"/>
            </a:xfrm>
            <a:prstGeom prst="rect">
              <a:avLst/>
            </a:prstGeom>
            <a:noFill/>
            <a:ln>
              <a:noFill/>
            </a:ln>
          </p:spPr>
        </p:pic>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396"/>
        <p:cNvGrpSpPr/>
        <p:nvPr/>
      </p:nvGrpSpPr>
      <p:grpSpPr>
        <a:xfrm>
          <a:off x="0" y="0"/>
          <a:ext cx="0" cy="0"/>
          <a:chOff x="0" y="0"/>
          <a:chExt cx="0" cy="0"/>
        </a:xfrm>
      </p:grpSpPr>
      <p:pic>
        <p:nvPicPr>
          <p:cNvPr id="397" name="Google Shape;397;p48"/>
          <p:cNvPicPr preferRelativeResize="0"/>
          <p:nvPr/>
        </p:nvPicPr>
        <p:blipFill>
          <a:blip r:embed="rId2" cstate="print">
            <a:alphaModFix amt="57000"/>
          </a:blip>
          <a:stretch>
            <a:fillRect/>
          </a:stretch>
        </p:blipFill>
        <p:spPr>
          <a:xfrm rot="10800000" flipH="1">
            <a:off x="0" y="0"/>
            <a:ext cx="9144000" cy="5143500"/>
          </a:xfrm>
          <a:prstGeom prst="rect">
            <a:avLst/>
          </a:prstGeom>
          <a:noFill/>
          <a:ln>
            <a:noFill/>
          </a:ln>
        </p:spPr>
      </p:pic>
      <p:grpSp>
        <p:nvGrpSpPr>
          <p:cNvPr id="2" name="Google Shape;398;p48"/>
          <p:cNvGrpSpPr/>
          <p:nvPr/>
        </p:nvGrpSpPr>
        <p:grpSpPr>
          <a:xfrm rot="10800000" flipH="1">
            <a:off x="-891002" y="3689351"/>
            <a:ext cx="10578908" cy="2929874"/>
            <a:chOff x="-891002" y="-1228775"/>
            <a:chExt cx="10578908" cy="2929874"/>
          </a:xfrm>
        </p:grpSpPr>
        <p:pic>
          <p:nvPicPr>
            <p:cNvPr id="399" name="Google Shape;399;p48"/>
            <p:cNvPicPr preferRelativeResize="0"/>
            <p:nvPr/>
          </p:nvPicPr>
          <p:blipFill>
            <a:blip r:embed="rId3" cstate="print">
              <a:alphaModFix amt="29000"/>
            </a:blip>
            <a:stretch>
              <a:fillRect/>
            </a:stretch>
          </p:blipFill>
          <p:spPr>
            <a:xfrm>
              <a:off x="-891002" y="-1228775"/>
              <a:ext cx="2881223" cy="2929874"/>
            </a:xfrm>
            <a:prstGeom prst="rect">
              <a:avLst/>
            </a:prstGeom>
            <a:noFill/>
            <a:ln>
              <a:noFill/>
            </a:ln>
          </p:spPr>
        </p:pic>
        <p:pic>
          <p:nvPicPr>
            <p:cNvPr id="400" name="Google Shape;400;p48"/>
            <p:cNvPicPr preferRelativeResize="0"/>
            <p:nvPr/>
          </p:nvPicPr>
          <p:blipFill>
            <a:blip r:embed="rId4" cstate="print">
              <a:alphaModFix amt="43000"/>
            </a:blip>
            <a:stretch>
              <a:fillRect/>
            </a:stretch>
          </p:blipFill>
          <p:spPr>
            <a:xfrm rot="4408896">
              <a:off x="7465724" y="-1122075"/>
              <a:ext cx="1486300" cy="2644623"/>
            </a:xfrm>
            <a:prstGeom prst="rect">
              <a:avLst/>
            </a:prstGeom>
            <a:noFill/>
            <a:ln>
              <a:noFill/>
            </a:ln>
          </p:spPr>
        </p:pic>
      </p:grpSp>
      <p:sp>
        <p:nvSpPr>
          <p:cNvPr id="401" name="Google Shape;401;p48"/>
          <p:cNvSpPr txBox="1">
            <a:spLocks noGrp="1"/>
          </p:cNvSpPr>
          <p:nvPr>
            <p:ph type="title"/>
          </p:nvPr>
        </p:nvSpPr>
        <p:spPr>
          <a:xfrm>
            <a:off x="720000" y="1762539"/>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2" name="Google Shape;402;p48"/>
          <p:cNvSpPr txBox="1">
            <a:spLocks noGrp="1"/>
          </p:cNvSpPr>
          <p:nvPr>
            <p:ph type="subTitle" idx="1"/>
          </p:nvPr>
        </p:nvSpPr>
        <p:spPr>
          <a:xfrm>
            <a:off x="720000" y="224311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3" name="Google Shape;403;p48"/>
          <p:cNvSpPr txBox="1">
            <a:spLocks noGrp="1"/>
          </p:cNvSpPr>
          <p:nvPr>
            <p:ph type="title" idx="2"/>
          </p:nvPr>
        </p:nvSpPr>
        <p:spPr>
          <a:xfrm>
            <a:off x="3419269" y="1762539"/>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4" name="Google Shape;404;p48"/>
          <p:cNvSpPr txBox="1">
            <a:spLocks noGrp="1"/>
          </p:cNvSpPr>
          <p:nvPr>
            <p:ph type="subTitle" idx="3"/>
          </p:nvPr>
        </p:nvSpPr>
        <p:spPr>
          <a:xfrm>
            <a:off x="3419269" y="224311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5" name="Google Shape;405;p48"/>
          <p:cNvSpPr txBox="1">
            <a:spLocks noGrp="1"/>
          </p:cNvSpPr>
          <p:nvPr>
            <p:ph type="title" idx="4"/>
          </p:nvPr>
        </p:nvSpPr>
        <p:spPr>
          <a:xfrm>
            <a:off x="2069638"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6" name="Google Shape;406;p48"/>
          <p:cNvSpPr txBox="1">
            <a:spLocks noGrp="1"/>
          </p:cNvSpPr>
          <p:nvPr>
            <p:ph type="subTitle" idx="5"/>
          </p:nvPr>
        </p:nvSpPr>
        <p:spPr>
          <a:xfrm>
            <a:off x="2069638"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7" name="Google Shape;407;p48"/>
          <p:cNvSpPr txBox="1">
            <a:spLocks noGrp="1"/>
          </p:cNvSpPr>
          <p:nvPr>
            <p:ph type="title" idx="6"/>
          </p:nvPr>
        </p:nvSpPr>
        <p:spPr>
          <a:xfrm>
            <a:off x="4768907"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8" name="Google Shape;408;p48"/>
          <p:cNvSpPr txBox="1">
            <a:spLocks noGrp="1"/>
          </p:cNvSpPr>
          <p:nvPr>
            <p:ph type="subTitle" idx="7"/>
          </p:nvPr>
        </p:nvSpPr>
        <p:spPr>
          <a:xfrm>
            <a:off x="4768907"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9" name="Google Shape;409;p48"/>
          <p:cNvSpPr txBox="1">
            <a:spLocks noGrp="1"/>
          </p:cNvSpPr>
          <p:nvPr>
            <p:ph type="title" idx="8"/>
          </p:nvPr>
        </p:nvSpPr>
        <p:spPr>
          <a:xfrm>
            <a:off x="6118545" y="1762539"/>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10" name="Google Shape;410;p48"/>
          <p:cNvSpPr txBox="1">
            <a:spLocks noGrp="1"/>
          </p:cNvSpPr>
          <p:nvPr>
            <p:ph type="subTitle" idx="9"/>
          </p:nvPr>
        </p:nvSpPr>
        <p:spPr>
          <a:xfrm>
            <a:off x="6118545" y="224311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1" name="Google Shape;411;p48"/>
          <p:cNvSpPr txBox="1">
            <a:spLocks noGrp="1"/>
          </p:cNvSpPr>
          <p:nvPr>
            <p:ph type="title" idx="13"/>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412"/>
        <p:cNvGrpSpPr/>
        <p:nvPr/>
      </p:nvGrpSpPr>
      <p:grpSpPr>
        <a:xfrm>
          <a:off x="0" y="0"/>
          <a:ext cx="0" cy="0"/>
          <a:chOff x="0" y="0"/>
          <a:chExt cx="0" cy="0"/>
        </a:xfrm>
      </p:grpSpPr>
      <p:pic>
        <p:nvPicPr>
          <p:cNvPr id="413" name="Google Shape;413;p4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414" name="Google Shape;414;p49"/>
          <p:cNvSpPr txBox="1">
            <a:spLocks noGrp="1"/>
          </p:cNvSpPr>
          <p:nvPr>
            <p:ph type="title" hasCustomPrompt="1"/>
          </p:nvPr>
        </p:nvSpPr>
        <p:spPr>
          <a:xfrm>
            <a:off x="1312156" y="1997213"/>
            <a:ext cx="6561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solidFill>
                  <a:schemeClr val="accen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15" name="Google Shape;415;p49"/>
          <p:cNvSpPr txBox="1">
            <a:spLocks noGrp="1"/>
          </p:cNvSpPr>
          <p:nvPr>
            <p:ph type="subTitle" idx="1"/>
          </p:nvPr>
        </p:nvSpPr>
        <p:spPr>
          <a:xfrm>
            <a:off x="1312225" y="4188588"/>
            <a:ext cx="65619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6" name="Google Shape;416;p49"/>
          <p:cNvSpPr txBox="1">
            <a:spLocks noGrp="1"/>
          </p:cNvSpPr>
          <p:nvPr>
            <p:ph type="title" idx="2" hasCustomPrompt="1"/>
          </p:nvPr>
        </p:nvSpPr>
        <p:spPr>
          <a:xfrm>
            <a:off x="1312144" y="3417513"/>
            <a:ext cx="6561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17" name="Google Shape;417;p49"/>
          <p:cNvSpPr txBox="1">
            <a:spLocks noGrp="1"/>
          </p:cNvSpPr>
          <p:nvPr>
            <p:ph type="subTitle" idx="3"/>
          </p:nvPr>
        </p:nvSpPr>
        <p:spPr>
          <a:xfrm>
            <a:off x="1312175" y="1289513"/>
            <a:ext cx="65619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8" name="Google Shape;418;p49"/>
          <p:cNvSpPr txBox="1">
            <a:spLocks noGrp="1"/>
          </p:cNvSpPr>
          <p:nvPr>
            <p:ph type="title" idx="4" hasCustomPrompt="1"/>
          </p:nvPr>
        </p:nvSpPr>
        <p:spPr>
          <a:xfrm>
            <a:off x="1312181" y="576913"/>
            <a:ext cx="6561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19" name="Google Shape;419;p49"/>
          <p:cNvSpPr txBox="1">
            <a:spLocks noGrp="1"/>
          </p:cNvSpPr>
          <p:nvPr>
            <p:ph type="subTitle" idx="5"/>
          </p:nvPr>
        </p:nvSpPr>
        <p:spPr>
          <a:xfrm>
            <a:off x="1312225" y="2709813"/>
            <a:ext cx="65619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20;p49"/>
          <p:cNvGrpSpPr/>
          <p:nvPr/>
        </p:nvGrpSpPr>
        <p:grpSpPr>
          <a:xfrm>
            <a:off x="-1956832" y="-1968099"/>
            <a:ext cx="12940132" cy="7885148"/>
            <a:chOff x="-1956832" y="-1968099"/>
            <a:chExt cx="12940132" cy="7885148"/>
          </a:xfrm>
        </p:grpSpPr>
        <p:pic>
          <p:nvPicPr>
            <p:cNvPr id="421" name="Google Shape;421;p49"/>
            <p:cNvPicPr preferRelativeResize="0"/>
            <p:nvPr/>
          </p:nvPicPr>
          <p:blipFill>
            <a:blip r:embed="rId3" cstate="print">
              <a:alphaModFix amt="23000"/>
            </a:blip>
            <a:stretch>
              <a:fillRect/>
            </a:stretch>
          </p:blipFill>
          <p:spPr>
            <a:xfrm rot="-9618045">
              <a:off x="-1253698" y="364923"/>
              <a:ext cx="3030302" cy="4698001"/>
            </a:xfrm>
            <a:prstGeom prst="rect">
              <a:avLst/>
            </a:prstGeom>
            <a:noFill/>
            <a:ln>
              <a:noFill/>
            </a:ln>
          </p:spPr>
        </p:pic>
        <p:pic>
          <p:nvPicPr>
            <p:cNvPr id="422" name="Google Shape;422;p49"/>
            <p:cNvPicPr preferRelativeResize="0"/>
            <p:nvPr/>
          </p:nvPicPr>
          <p:blipFill>
            <a:blip r:embed="rId4" cstate="print">
              <a:alphaModFix amt="29000"/>
            </a:blip>
            <a:stretch>
              <a:fillRect/>
            </a:stretch>
          </p:blipFill>
          <p:spPr>
            <a:xfrm>
              <a:off x="7260176" y="-1968099"/>
              <a:ext cx="3723124" cy="7885148"/>
            </a:xfrm>
            <a:prstGeom prst="rect">
              <a:avLst/>
            </a:prstGeom>
            <a:noFill/>
            <a:ln>
              <a:noFill/>
            </a:ln>
          </p:spPr>
        </p:pic>
      </p:gr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umbers and text 3">
  <p:cSld name="Numbers and text 3">
    <p:spTree>
      <p:nvGrpSpPr>
        <p:cNvPr id="1" name="Shape 423"/>
        <p:cNvGrpSpPr/>
        <p:nvPr/>
      </p:nvGrpSpPr>
      <p:grpSpPr>
        <a:xfrm>
          <a:off x="0" y="0"/>
          <a:ext cx="0" cy="0"/>
          <a:chOff x="0" y="0"/>
          <a:chExt cx="0" cy="0"/>
        </a:xfrm>
      </p:grpSpPr>
      <p:pic>
        <p:nvPicPr>
          <p:cNvPr id="424" name="Google Shape;424;p5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425" name="Google Shape;425;p50"/>
          <p:cNvSpPr txBox="1">
            <a:spLocks noGrp="1"/>
          </p:cNvSpPr>
          <p:nvPr>
            <p:ph type="title" hasCustomPrompt="1"/>
          </p:nvPr>
        </p:nvSpPr>
        <p:spPr>
          <a:xfrm>
            <a:off x="1991075" y="2828050"/>
            <a:ext cx="5204100" cy="820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200">
                <a:solidFill>
                  <a:schemeClr val="accent1"/>
                </a:solidFill>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426" name="Google Shape;426;p50"/>
          <p:cNvSpPr txBox="1">
            <a:spLocks noGrp="1"/>
          </p:cNvSpPr>
          <p:nvPr>
            <p:ph type="subTitle" idx="1"/>
          </p:nvPr>
        </p:nvSpPr>
        <p:spPr>
          <a:xfrm>
            <a:off x="1991091" y="1937350"/>
            <a:ext cx="52041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27" name="Google Shape;427;p50"/>
          <p:cNvSpPr txBox="1">
            <a:spLocks noGrp="1"/>
          </p:cNvSpPr>
          <p:nvPr>
            <p:ph type="title" idx="2" hasCustomPrompt="1"/>
          </p:nvPr>
        </p:nvSpPr>
        <p:spPr>
          <a:xfrm>
            <a:off x="1991100" y="1019650"/>
            <a:ext cx="5204100" cy="820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200"/>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428" name="Google Shape;428;p50"/>
          <p:cNvSpPr txBox="1">
            <a:spLocks noGrp="1"/>
          </p:cNvSpPr>
          <p:nvPr>
            <p:ph type="subTitle" idx="3"/>
          </p:nvPr>
        </p:nvSpPr>
        <p:spPr>
          <a:xfrm>
            <a:off x="1991130" y="3745850"/>
            <a:ext cx="52041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pic>
        <p:nvPicPr>
          <p:cNvPr id="429" name="Google Shape;429;p50"/>
          <p:cNvPicPr preferRelativeResize="0"/>
          <p:nvPr/>
        </p:nvPicPr>
        <p:blipFill>
          <a:blip r:embed="rId3" cstate="print">
            <a:alphaModFix amt="23000"/>
          </a:blip>
          <a:stretch>
            <a:fillRect/>
          </a:stretch>
        </p:blipFill>
        <p:spPr>
          <a:xfrm rot="-1181955" flipH="1">
            <a:off x="-1253698" y="-1113975"/>
            <a:ext cx="3030302" cy="4698001"/>
          </a:xfrm>
          <a:prstGeom prst="rect">
            <a:avLst/>
          </a:prstGeom>
          <a:noFill/>
          <a:ln>
            <a:noFill/>
          </a:ln>
        </p:spPr>
      </p:pic>
      <p:pic>
        <p:nvPicPr>
          <p:cNvPr id="430" name="Google Shape;430;p50"/>
          <p:cNvPicPr preferRelativeResize="0"/>
          <p:nvPr/>
        </p:nvPicPr>
        <p:blipFill>
          <a:blip r:embed="rId3" cstate="print">
            <a:alphaModFix amt="23000"/>
          </a:blip>
          <a:stretch>
            <a:fillRect/>
          </a:stretch>
        </p:blipFill>
        <p:spPr>
          <a:xfrm rot="2567899" flipH="1">
            <a:off x="7747451" y="1912351"/>
            <a:ext cx="3030303" cy="4698002"/>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431"/>
        <p:cNvGrpSpPr/>
        <p:nvPr/>
      </p:nvGrpSpPr>
      <p:grpSpPr>
        <a:xfrm>
          <a:off x="0" y="0"/>
          <a:ext cx="0" cy="0"/>
          <a:chOff x="0" y="0"/>
          <a:chExt cx="0" cy="0"/>
        </a:xfrm>
      </p:grpSpPr>
      <p:pic>
        <p:nvPicPr>
          <p:cNvPr id="432" name="Google Shape;432;p5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433" name="Google Shape;433;p51"/>
          <p:cNvSpPr txBox="1">
            <a:spLocks noGrp="1"/>
          </p:cNvSpPr>
          <p:nvPr>
            <p:ph type="title" hasCustomPrompt="1"/>
          </p:nvPr>
        </p:nvSpPr>
        <p:spPr>
          <a:xfrm>
            <a:off x="3331628" y="1815466"/>
            <a:ext cx="24807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34" name="Google Shape;434;p51"/>
          <p:cNvSpPr txBox="1">
            <a:spLocks noGrp="1"/>
          </p:cNvSpPr>
          <p:nvPr>
            <p:ph type="subTitle" idx="1"/>
          </p:nvPr>
        </p:nvSpPr>
        <p:spPr>
          <a:xfrm>
            <a:off x="6195725" y="3030175"/>
            <a:ext cx="19857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35" name="Google Shape;435;p51"/>
          <p:cNvSpPr txBox="1">
            <a:spLocks noGrp="1"/>
          </p:cNvSpPr>
          <p:nvPr>
            <p:ph type="title" idx="2" hasCustomPrompt="1"/>
          </p:nvPr>
        </p:nvSpPr>
        <p:spPr>
          <a:xfrm>
            <a:off x="5948173" y="1815454"/>
            <a:ext cx="24807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36" name="Google Shape;436;p51"/>
          <p:cNvSpPr txBox="1">
            <a:spLocks noGrp="1"/>
          </p:cNvSpPr>
          <p:nvPr>
            <p:ph type="subTitle" idx="3"/>
          </p:nvPr>
        </p:nvSpPr>
        <p:spPr>
          <a:xfrm>
            <a:off x="962612" y="3030175"/>
            <a:ext cx="19857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37" name="Google Shape;437;p51"/>
          <p:cNvSpPr txBox="1">
            <a:spLocks noGrp="1"/>
          </p:cNvSpPr>
          <p:nvPr>
            <p:ph type="title" idx="4" hasCustomPrompt="1"/>
          </p:nvPr>
        </p:nvSpPr>
        <p:spPr>
          <a:xfrm>
            <a:off x="715112" y="1844691"/>
            <a:ext cx="24807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38" name="Google Shape;438;p51"/>
          <p:cNvSpPr txBox="1">
            <a:spLocks noGrp="1"/>
          </p:cNvSpPr>
          <p:nvPr>
            <p:ph type="subTitle" idx="5"/>
          </p:nvPr>
        </p:nvSpPr>
        <p:spPr>
          <a:xfrm>
            <a:off x="3579162" y="3030175"/>
            <a:ext cx="19857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39;p51"/>
          <p:cNvGrpSpPr/>
          <p:nvPr/>
        </p:nvGrpSpPr>
        <p:grpSpPr>
          <a:xfrm>
            <a:off x="-1923024" y="-1968099"/>
            <a:ext cx="13199162" cy="7885148"/>
            <a:chOff x="-1923024" y="-1968099"/>
            <a:chExt cx="13199162" cy="7885148"/>
          </a:xfrm>
        </p:grpSpPr>
        <p:pic>
          <p:nvPicPr>
            <p:cNvPr id="440" name="Google Shape;440;p51"/>
            <p:cNvPicPr preferRelativeResize="0"/>
            <p:nvPr/>
          </p:nvPicPr>
          <p:blipFill>
            <a:blip r:embed="rId3" cstate="print">
              <a:alphaModFix amt="23000"/>
            </a:blip>
            <a:stretch>
              <a:fillRect/>
            </a:stretch>
          </p:blipFill>
          <p:spPr>
            <a:xfrm rot="-9618045">
              <a:off x="7542702" y="364923"/>
              <a:ext cx="3030302" cy="4698001"/>
            </a:xfrm>
            <a:prstGeom prst="rect">
              <a:avLst/>
            </a:prstGeom>
            <a:noFill/>
            <a:ln>
              <a:noFill/>
            </a:ln>
          </p:spPr>
        </p:pic>
        <p:pic>
          <p:nvPicPr>
            <p:cNvPr id="441" name="Google Shape;441;p51"/>
            <p:cNvPicPr preferRelativeResize="0"/>
            <p:nvPr/>
          </p:nvPicPr>
          <p:blipFill>
            <a:blip r:embed="rId4" cstate="print">
              <a:alphaModFix amt="29000"/>
            </a:blip>
            <a:stretch>
              <a:fillRect/>
            </a:stretch>
          </p:blipFill>
          <p:spPr>
            <a:xfrm>
              <a:off x="-1923024" y="-1968099"/>
              <a:ext cx="3723124" cy="7885148"/>
            </a:xfrm>
            <a:prstGeom prst="rect">
              <a:avLst/>
            </a:prstGeom>
            <a:noFill/>
            <a:ln>
              <a:noFill/>
            </a:ln>
          </p:spPr>
        </p:pic>
      </p:grpSp>
      <p:sp>
        <p:nvSpPr>
          <p:cNvPr id="442" name="Google Shape;442;p51"/>
          <p:cNvSpPr txBox="1">
            <a:spLocks noGrp="1"/>
          </p:cNvSpPr>
          <p:nvPr>
            <p:ph type="subTitle" idx="6"/>
          </p:nvPr>
        </p:nvSpPr>
        <p:spPr>
          <a:xfrm>
            <a:off x="6195725" y="3761146"/>
            <a:ext cx="1985700" cy="70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3" name="Google Shape;443;p51"/>
          <p:cNvSpPr txBox="1">
            <a:spLocks noGrp="1"/>
          </p:cNvSpPr>
          <p:nvPr>
            <p:ph type="subTitle" idx="7"/>
          </p:nvPr>
        </p:nvSpPr>
        <p:spPr>
          <a:xfrm>
            <a:off x="962612" y="3761145"/>
            <a:ext cx="1985700" cy="70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4" name="Google Shape;444;p51"/>
          <p:cNvSpPr txBox="1">
            <a:spLocks noGrp="1"/>
          </p:cNvSpPr>
          <p:nvPr>
            <p:ph type="subTitle" idx="8"/>
          </p:nvPr>
        </p:nvSpPr>
        <p:spPr>
          <a:xfrm>
            <a:off x="3579162" y="3761147"/>
            <a:ext cx="1985700" cy="70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5" name="Google Shape;445;p51"/>
          <p:cNvSpPr txBox="1">
            <a:spLocks noGrp="1"/>
          </p:cNvSpPr>
          <p:nvPr>
            <p:ph type="title" idx="9"/>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446"/>
        <p:cNvGrpSpPr/>
        <p:nvPr/>
      </p:nvGrpSpPr>
      <p:grpSpPr>
        <a:xfrm>
          <a:off x="0" y="0"/>
          <a:ext cx="0" cy="0"/>
          <a:chOff x="0" y="0"/>
          <a:chExt cx="0" cy="0"/>
        </a:xfrm>
      </p:grpSpPr>
      <p:pic>
        <p:nvPicPr>
          <p:cNvPr id="447" name="Google Shape;447;p52"/>
          <p:cNvPicPr preferRelativeResize="0"/>
          <p:nvPr/>
        </p:nvPicPr>
        <p:blipFill>
          <a:blip r:embed="rId2" cstate="print">
            <a:alphaModFix amt="57000"/>
          </a:blip>
          <a:stretch>
            <a:fillRect/>
          </a:stretch>
        </p:blipFill>
        <p:spPr>
          <a:xfrm rot="10800000">
            <a:off x="-11" y="0"/>
            <a:ext cx="9144000" cy="5143500"/>
          </a:xfrm>
          <a:prstGeom prst="rect">
            <a:avLst/>
          </a:prstGeom>
          <a:noFill/>
          <a:ln>
            <a:noFill/>
          </a:ln>
        </p:spPr>
      </p:pic>
      <p:sp>
        <p:nvSpPr>
          <p:cNvPr id="448" name="Google Shape;448;p52"/>
          <p:cNvSpPr txBox="1">
            <a:spLocks noGrp="1"/>
          </p:cNvSpPr>
          <p:nvPr>
            <p:ph type="title" hasCustomPrompt="1"/>
          </p:nvPr>
        </p:nvSpPr>
        <p:spPr>
          <a:xfrm>
            <a:off x="715101" y="2145000"/>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49" name="Google Shape;449;p52"/>
          <p:cNvSpPr txBox="1">
            <a:spLocks noGrp="1"/>
          </p:cNvSpPr>
          <p:nvPr>
            <p:ph type="subTitle" idx="1"/>
          </p:nvPr>
        </p:nvSpPr>
        <p:spPr>
          <a:xfrm>
            <a:off x="4889626" y="1344850"/>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0" name="Google Shape;450;p52"/>
          <p:cNvSpPr txBox="1">
            <a:spLocks noGrp="1"/>
          </p:cNvSpPr>
          <p:nvPr>
            <p:ph type="title" idx="2" hasCustomPrompt="1"/>
          </p:nvPr>
        </p:nvSpPr>
        <p:spPr>
          <a:xfrm>
            <a:off x="715106" y="1344838"/>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51" name="Google Shape;451;p52"/>
          <p:cNvSpPr txBox="1">
            <a:spLocks noGrp="1"/>
          </p:cNvSpPr>
          <p:nvPr>
            <p:ph type="subTitle" idx="3"/>
          </p:nvPr>
        </p:nvSpPr>
        <p:spPr>
          <a:xfrm>
            <a:off x="4889626" y="2145009"/>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52;p52"/>
          <p:cNvGrpSpPr/>
          <p:nvPr/>
        </p:nvGrpSpPr>
        <p:grpSpPr>
          <a:xfrm rot="10800000">
            <a:off x="-2743074" y="-793849"/>
            <a:ext cx="13820262" cy="7885148"/>
            <a:chOff x="-1923024" y="-1968099"/>
            <a:chExt cx="13820262" cy="7885148"/>
          </a:xfrm>
        </p:grpSpPr>
        <p:pic>
          <p:nvPicPr>
            <p:cNvPr id="453" name="Google Shape;453;p52"/>
            <p:cNvPicPr preferRelativeResize="0"/>
            <p:nvPr/>
          </p:nvPicPr>
          <p:blipFill>
            <a:blip r:embed="rId3" cstate="print">
              <a:alphaModFix amt="23000"/>
            </a:blip>
            <a:stretch>
              <a:fillRect/>
            </a:stretch>
          </p:blipFill>
          <p:spPr>
            <a:xfrm rot="-9618045">
              <a:off x="8163802" y="515323"/>
              <a:ext cx="3030302" cy="4698001"/>
            </a:xfrm>
            <a:prstGeom prst="rect">
              <a:avLst/>
            </a:prstGeom>
            <a:noFill/>
            <a:ln>
              <a:noFill/>
            </a:ln>
          </p:spPr>
        </p:pic>
        <p:pic>
          <p:nvPicPr>
            <p:cNvPr id="454" name="Google Shape;454;p52"/>
            <p:cNvPicPr preferRelativeResize="0"/>
            <p:nvPr/>
          </p:nvPicPr>
          <p:blipFill>
            <a:blip r:embed="rId4" cstate="print">
              <a:alphaModFix amt="29000"/>
            </a:blip>
            <a:stretch>
              <a:fillRect/>
            </a:stretch>
          </p:blipFill>
          <p:spPr>
            <a:xfrm>
              <a:off x="-1923024" y="-1968099"/>
              <a:ext cx="3723124" cy="7885148"/>
            </a:xfrm>
            <a:prstGeom prst="rect">
              <a:avLst/>
            </a:prstGeom>
            <a:noFill/>
            <a:ln>
              <a:noFill/>
            </a:ln>
          </p:spPr>
        </p:pic>
      </p:grpSp>
      <p:sp>
        <p:nvSpPr>
          <p:cNvPr id="455" name="Google Shape;455;p52"/>
          <p:cNvSpPr txBox="1">
            <a:spLocks noGrp="1"/>
          </p:cNvSpPr>
          <p:nvPr>
            <p:ph type="subTitle" idx="4"/>
          </p:nvPr>
        </p:nvSpPr>
        <p:spPr>
          <a:xfrm>
            <a:off x="6515000" y="1344838"/>
            <a:ext cx="19089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6" name="Google Shape;456;p52"/>
          <p:cNvSpPr txBox="1">
            <a:spLocks noGrp="1"/>
          </p:cNvSpPr>
          <p:nvPr>
            <p:ph type="subTitle" idx="5"/>
          </p:nvPr>
        </p:nvSpPr>
        <p:spPr>
          <a:xfrm>
            <a:off x="6515000" y="2145000"/>
            <a:ext cx="1908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7" name="Google Shape;457;p52"/>
          <p:cNvSpPr txBox="1">
            <a:spLocks noGrp="1"/>
          </p:cNvSpPr>
          <p:nvPr>
            <p:ph type="title" idx="6"/>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458" name="Google Shape;458;p52"/>
          <p:cNvSpPr txBox="1">
            <a:spLocks noGrp="1"/>
          </p:cNvSpPr>
          <p:nvPr>
            <p:ph type="title" idx="7" hasCustomPrompt="1"/>
          </p:nvPr>
        </p:nvSpPr>
        <p:spPr>
          <a:xfrm>
            <a:off x="715101" y="2945150"/>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59" name="Google Shape;459;p52"/>
          <p:cNvSpPr txBox="1">
            <a:spLocks noGrp="1"/>
          </p:cNvSpPr>
          <p:nvPr>
            <p:ph type="subTitle" idx="8"/>
          </p:nvPr>
        </p:nvSpPr>
        <p:spPr>
          <a:xfrm>
            <a:off x="4889626" y="2945155"/>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0" name="Google Shape;460;p52"/>
          <p:cNvSpPr txBox="1">
            <a:spLocks noGrp="1"/>
          </p:cNvSpPr>
          <p:nvPr>
            <p:ph type="subTitle" idx="9"/>
          </p:nvPr>
        </p:nvSpPr>
        <p:spPr>
          <a:xfrm>
            <a:off x="6515000" y="2945150"/>
            <a:ext cx="1908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1" name="Google Shape;461;p52"/>
          <p:cNvSpPr txBox="1">
            <a:spLocks noGrp="1"/>
          </p:cNvSpPr>
          <p:nvPr>
            <p:ph type="title" idx="13" hasCustomPrompt="1"/>
          </p:nvPr>
        </p:nvSpPr>
        <p:spPr>
          <a:xfrm>
            <a:off x="715101" y="3745300"/>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62" name="Google Shape;462;p52"/>
          <p:cNvSpPr txBox="1">
            <a:spLocks noGrp="1"/>
          </p:cNvSpPr>
          <p:nvPr>
            <p:ph type="subTitle" idx="14"/>
          </p:nvPr>
        </p:nvSpPr>
        <p:spPr>
          <a:xfrm>
            <a:off x="4889626" y="3745301"/>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3" name="Google Shape;463;p52"/>
          <p:cNvSpPr txBox="1">
            <a:spLocks noGrp="1"/>
          </p:cNvSpPr>
          <p:nvPr>
            <p:ph type="subTitle" idx="15"/>
          </p:nvPr>
        </p:nvSpPr>
        <p:spPr>
          <a:xfrm>
            <a:off x="6515000" y="3745300"/>
            <a:ext cx="1908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four columns 3">
  <p:cSld name="Title and four columns 3">
    <p:spTree>
      <p:nvGrpSpPr>
        <p:cNvPr id="1" name="Shape 464"/>
        <p:cNvGrpSpPr/>
        <p:nvPr/>
      </p:nvGrpSpPr>
      <p:grpSpPr>
        <a:xfrm>
          <a:off x="0" y="0"/>
          <a:ext cx="0" cy="0"/>
          <a:chOff x="0" y="0"/>
          <a:chExt cx="0" cy="0"/>
        </a:xfrm>
      </p:grpSpPr>
      <p:sp>
        <p:nvSpPr>
          <p:cNvPr id="465" name="Google Shape;465;p53"/>
          <p:cNvSpPr txBox="1">
            <a:spLocks noGrp="1"/>
          </p:cNvSpPr>
          <p:nvPr>
            <p:ph type="title"/>
          </p:nvPr>
        </p:nvSpPr>
        <p:spPr>
          <a:xfrm>
            <a:off x="715050" y="535000"/>
            <a:ext cx="77139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3500"/>
              <a:buFont typeface="Josefin Sans"/>
              <a:buNone/>
              <a:defRPr>
                <a:latin typeface="Josefin Sans"/>
                <a:ea typeface="Josefin Sans"/>
                <a:cs typeface="Josefin Sans"/>
                <a:sym typeface="Josefin Sans"/>
              </a:defRPr>
            </a:lvl2pPr>
            <a:lvl3pPr lvl="2">
              <a:spcBef>
                <a:spcPts val="0"/>
              </a:spcBef>
              <a:spcAft>
                <a:spcPts val="0"/>
              </a:spcAft>
              <a:buSzPts val="3500"/>
              <a:buFont typeface="Josefin Sans"/>
              <a:buNone/>
              <a:defRPr>
                <a:latin typeface="Josefin Sans"/>
                <a:ea typeface="Josefin Sans"/>
                <a:cs typeface="Josefin Sans"/>
                <a:sym typeface="Josefin Sans"/>
              </a:defRPr>
            </a:lvl3pPr>
            <a:lvl4pPr lvl="3">
              <a:spcBef>
                <a:spcPts val="0"/>
              </a:spcBef>
              <a:spcAft>
                <a:spcPts val="0"/>
              </a:spcAft>
              <a:buSzPts val="3500"/>
              <a:buFont typeface="Josefin Sans"/>
              <a:buNone/>
              <a:defRPr>
                <a:latin typeface="Josefin Sans"/>
                <a:ea typeface="Josefin Sans"/>
                <a:cs typeface="Josefin Sans"/>
                <a:sym typeface="Josefin Sans"/>
              </a:defRPr>
            </a:lvl4pPr>
            <a:lvl5pPr lvl="4">
              <a:spcBef>
                <a:spcPts val="0"/>
              </a:spcBef>
              <a:spcAft>
                <a:spcPts val="0"/>
              </a:spcAft>
              <a:buSzPts val="3500"/>
              <a:buFont typeface="Josefin Sans"/>
              <a:buNone/>
              <a:defRPr>
                <a:latin typeface="Josefin Sans"/>
                <a:ea typeface="Josefin Sans"/>
                <a:cs typeface="Josefin Sans"/>
                <a:sym typeface="Josefin Sans"/>
              </a:defRPr>
            </a:lvl5pPr>
            <a:lvl6pPr lvl="5">
              <a:spcBef>
                <a:spcPts val="0"/>
              </a:spcBef>
              <a:spcAft>
                <a:spcPts val="0"/>
              </a:spcAft>
              <a:buSzPts val="3500"/>
              <a:buFont typeface="Josefin Sans"/>
              <a:buNone/>
              <a:defRPr>
                <a:latin typeface="Josefin Sans"/>
                <a:ea typeface="Josefin Sans"/>
                <a:cs typeface="Josefin Sans"/>
                <a:sym typeface="Josefin Sans"/>
              </a:defRPr>
            </a:lvl6pPr>
            <a:lvl7pPr lvl="6">
              <a:spcBef>
                <a:spcPts val="0"/>
              </a:spcBef>
              <a:spcAft>
                <a:spcPts val="0"/>
              </a:spcAft>
              <a:buSzPts val="3500"/>
              <a:buFont typeface="Josefin Sans"/>
              <a:buNone/>
              <a:defRPr>
                <a:latin typeface="Josefin Sans"/>
                <a:ea typeface="Josefin Sans"/>
                <a:cs typeface="Josefin Sans"/>
                <a:sym typeface="Josefin Sans"/>
              </a:defRPr>
            </a:lvl7pPr>
            <a:lvl8pPr lvl="7">
              <a:spcBef>
                <a:spcPts val="0"/>
              </a:spcBef>
              <a:spcAft>
                <a:spcPts val="0"/>
              </a:spcAft>
              <a:buSzPts val="3500"/>
              <a:buFont typeface="Josefin Sans"/>
              <a:buNone/>
              <a:defRPr>
                <a:latin typeface="Josefin Sans"/>
                <a:ea typeface="Josefin Sans"/>
                <a:cs typeface="Josefin Sans"/>
                <a:sym typeface="Josefin Sans"/>
              </a:defRPr>
            </a:lvl8pPr>
            <a:lvl9pPr lvl="8">
              <a:spcBef>
                <a:spcPts val="0"/>
              </a:spcBef>
              <a:spcAft>
                <a:spcPts val="0"/>
              </a:spcAft>
              <a:buSzPts val="3500"/>
              <a:buFont typeface="Josefin Sans"/>
              <a:buNone/>
              <a:defRPr>
                <a:latin typeface="Josefin Sans"/>
                <a:ea typeface="Josefin Sans"/>
                <a:cs typeface="Josefin Sans"/>
                <a:sym typeface="Josefin Sans"/>
              </a:defRPr>
            </a:lvl9pPr>
          </a:lstStyle>
          <a:p>
            <a:r>
              <a:rPr lang="en-US"/>
              <a:t>Click to edit Master title style</a:t>
            </a:r>
            <a:endParaRPr/>
          </a:p>
        </p:txBody>
      </p:sp>
      <p:sp>
        <p:nvSpPr>
          <p:cNvPr id="466" name="Google Shape;466;p53"/>
          <p:cNvSpPr txBox="1">
            <a:spLocks noGrp="1"/>
          </p:cNvSpPr>
          <p:nvPr>
            <p:ph type="title" idx="2"/>
          </p:nvPr>
        </p:nvSpPr>
        <p:spPr>
          <a:xfrm>
            <a:off x="883625" y="1489075"/>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67" name="Google Shape;467;p53"/>
          <p:cNvSpPr txBox="1">
            <a:spLocks noGrp="1"/>
          </p:cNvSpPr>
          <p:nvPr>
            <p:ph type="subTitle" idx="1"/>
          </p:nvPr>
        </p:nvSpPr>
        <p:spPr>
          <a:xfrm>
            <a:off x="3080450" y="1489075"/>
            <a:ext cx="37827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8" name="Google Shape;468;p53"/>
          <p:cNvSpPr txBox="1">
            <a:spLocks noGrp="1"/>
          </p:cNvSpPr>
          <p:nvPr>
            <p:ph type="title" idx="3"/>
          </p:nvPr>
        </p:nvSpPr>
        <p:spPr>
          <a:xfrm>
            <a:off x="883625" y="2307900"/>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69" name="Google Shape;469;p53"/>
          <p:cNvSpPr txBox="1">
            <a:spLocks noGrp="1"/>
          </p:cNvSpPr>
          <p:nvPr>
            <p:ph type="subTitle" idx="4"/>
          </p:nvPr>
        </p:nvSpPr>
        <p:spPr>
          <a:xfrm>
            <a:off x="3080450" y="2307900"/>
            <a:ext cx="37827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70" name="Google Shape;470;p53"/>
          <p:cNvSpPr txBox="1">
            <a:spLocks noGrp="1"/>
          </p:cNvSpPr>
          <p:nvPr>
            <p:ph type="title" idx="5"/>
          </p:nvPr>
        </p:nvSpPr>
        <p:spPr>
          <a:xfrm>
            <a:off x="883625" y="3126725"/>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71" name="Google Shape;471;p53"/>
          <p:cNvSpPr txBox="1">
            <a:spLocks noGrp="1"/>
          </p:cNvSpPr>
          <p:nvPr>
            <p:ph type="subTitle" idx="6"/>
          </p:nvPr>
        </p:nvSpPr>
        <p:spPr>
          <a:xfrm>
            <a:off x="3080450" y="3126725"/>
            <a:ext cx="37827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72" name="Google Shape;472;p53"/>
          <p:cNvSpPr txBox="1">
            <a:spLocks noGrp="1"/>
          </p:cNvSpPr>
          <p:nvPr>
            <p:ph type="title" idx="7"/>
          </p:nvPr>
        </p:nvSpPr>
        <p:spPr>
          <a:xfrm>
            <a:off x="883625" y="3945550"/>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73" name="Google Shape;473;p53"/>
          <p:cNvSpPr txBox="1">
            <a:spLocks noGrp="1"/>
          </p:cNvSpPr>
          <p:nvPr>
            <p:ph type="subTitle" idx="8"/>
          </p:nvPr>
        </p:nvSpPr>
        <p:spPr>
          <a:xfrm>
            <a:off x="3080450" y="3945550"/>
            <a:ext cx="37827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8">
  <p:cSld name="Title and text 8">
    <p:spTree>
      <p:nvGrpSpPr>
        <p:cNvPr id="1" name="Shape 474"/>
        <p:cNvGrpSpPr/>
        <p:nvPr/>
      </p:nvGrpSpPr>
      <p:grpSpPr>
        <a:xfrm>
          <a:off x="0" y="0"/>
          <a:ext cx="0" cy="0"/>
          <a:chOff x="0" y="0"/>
          <a:chExt cx="0" cy="0"/>
        </a:xfrm>
      </p:grpSpPr>
      <p:pic>
        <p:nvPicPr>
          <p:cNvPr id="475" name="Google Shape;475;p54"/>
          <p:cNvPicPr preferRelativeResize="0"/>
          <p:nvPr/>
        </p:nvPicPr>
        <p:blipFill>
          <a:blip r:embed="rId2" cstate="print">
            <a:alphaModFix amt="57000"/>
          </a:blip>
          <a:stretch>
            <a:fillRect/>
          </a:stretch>
        </p:blipFill>
        <p:spPr>
          <a:xfrm rot="10800000">
            <a:off x="2" y="0"/>
            <a:ext cx="9144000" cy="5143500"/>
          </a:xfrm>
          <a:prstGeom prst="rect">
            <a:avLst/>
          </a:prstGeom>
          <a:noFill/>
          <a:ln>
            <a:noFill/>
          </a:ln>
        </p:spPr>
      </p:pic>
      <p:pic>
        <p:nvPicPr>
          <p:cNvPr id="476" name="Google Shape;476;p54"/>
          <p:cNvPicPr preferRelativeResize="0"/>
          <p:nvPr/>
        </p:nvPicPr>
        <p:blipFill>
          <a:blip r:embed="rId3" cstate="print">
            <a:alphaModFix amt="16000"/>
          </a:blip>
          <a:stretch>
            <a:fillRect/>
          </a:stretch>
        </p:blipFill>
        <p:spPr>
          <a:xfrm rot="10800000">
            <a:off x="0" y="2027050"/>
            <a:ext cx="9144003" cy="3116462"/>
          </a:xfrm>
          <a:prstGeom prst="rect">
            <a:avLst/>
          </a:prstGeom>
          <a:noFill/>
          <a:ln>
            <a:noFill/>
          </a:ln>
        </p:spPr>
      </p:pic>
      <p:sp>
        <p:nvSpPr>
          <p:cNvPr id="477" name="Google Shape;477;p54"/>
          <p:cNvSpPr txBox="1">
            <a:spLocks noGrp="1"/>
          </p:cNvSpPr>
          <p:nvPr>
            <p:ph type="title"/>
          </p:nvPr>
        </p:nvSpPr>
        <p:spPr>
          <a:xfrm flipH="1">
            <a:off x="2476075" y="1588775"/>
            <a:ext cx="4291200" cy="114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7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rPr lang="en-US"/>
              <a:t>Click to edit Master title style</a:t>
            </a:r>
            <a:endParaRPr/>
          </a:p>
        </p:txBody>
      </p:sp>
      <p:sp>
        <p:nvSpPr>
          <p:cNvPr id="478" name="Google Shape;478;p54"/>
          <p:cNvSpPr txBox="1">
            <a:spLocks noGrp="1"/>
          </p:cNvSpPr>
          <p:nvPr>
            <p:ph type="subTitle" idx="1"/>
          </p:nvPr>
        </p:nvSpPr>
        <p:spPr>
          <a:xfrm flipH="1">
            <a:off x="2476075" y="2968230"/>
            <a:ext cx="4291200" cy="58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9">
  <p:cSld name="Title and text 9">
    <p:spTree>
      <p:nvGrpSpPr>
        <p:cNvPr id="1" name="Shape 479"/>
        <p:cNvGrpSpPr/>
        <p:nvPr/>
      </p:nvGrpSpPr>
      <p:grpSpPr>
        <a:xfrm>
          <a:off x="0" y="0"/>
          <a:ext cx="0" cy="0"/>
          <a:chOff x="0" y="0"/>
          <a:chExt cx="0" cy="0"/>
        </a:xfrm>
      </p:grpSpPr>
      <p:pic>
        <p:nvPicPr>
          <p:cNvPr id="480" name="Google Shape;480;p55"/>
          <p:cNvPicPr preferRelativeResize="0"/>
          <p:nvPr/>
        </p:nvPicPr>
        <p:blipFill>
          <a:blip r:embed="rId2" cstate="print">
            <a:alphaModFix amt="57000"/>
          </a:blip>
          <a:stretch>
            <a:fillRect/>
          </a:stretch>
        </p:blipFill>
        <p:spPr>
          <a:xfrm rot="10800000">
            <a:off x="2" y="0"/>
            <a:ext cx="9144000" cy="5143500"/>
          </a:xfrm>
          <a:prstGeom prst="rect">
            <a:avLst/>
          </a:prstGeom>
          <a:noFill/>
          <a:ln>
            <a:noFill/>
          </a:ln>
        </p:spPr>
      </p:pic>
      <p:sp>
        <p:nvSpPr>
          <p:cNvPr id="481" name="Google Shape;481;p55"/>
          <p:cNvSpPr txBox="1">
            <a:spLocks noGrp="1"/>
          </p:cNvSpPr>
          <p:nvPr>
            <p:ph type="title"/>
          </p:nvPr>
        </p:nvSpPr>
        <p:spPr>
          <a:xfrm flipH="1">
            <a:off x="4320775" y="1588775"/>
            <a:ext cx="4110000" cy="114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72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rPr lang="en-US"/>
              <a:t>Click to edit Master title style</a:t>
            </a:r>
            <a:endParaRPr/>
          </a:p>
        </p:txBody>
      </p:sp>
      <p:sp>
        <p:nvSpPr>
          <p:cNvPr id="482" name="Google Shape;482;p55"/>
          <p:cNvSpPr txBox="1">
            <a:spLocks noGrp="1"/>
          </p:cNvSpPr>
          <p:nvPr>
            <p:ph type="subTitle" idx="1"/>
          </p:nvPr>
        </p:nvSpPr>
        <p:spPr>
          <a:xfrm flipH="1">
            <a:off x="4320775" y="2968225"/>
            <a:ext cx="4110000" cy="58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83;p55"/>
          <p:cNvGrpSpPr/>
          <p:nvPr/>
        </p:nvGrpSpPr>
        <p:grpSpPr>
          <a:xfrm rot="10800000" flipH="1">
            <a:off x="-616659" y="-488554"/>
            <a:ext cx="10865580" cy="6700154"/>
            <a:chOff x="-713684" y="-2669900"/>
            <a:chExt cx="10865580" cy="6700154"/>
          </a:xfrm>
        </p:grpSpPr>
        <p:pic>
          <p:nvPicPr>
            <p:cNvPr id="484" name="Google Shape;484;p55"/>
            <p:cNvPicPr preferRelativeResize="0"/>
            <p:nvPr/>
          </p:nvPicPr>
          <p:blipFill>
            <a:blip r:embed="rId3" cstate="print">
              <a:alphaModFix amt="29000"/>
            </a:blip>
            <a:stretch>
              <a:fillRect/>
            </a:stretch>
          </p:blipFill>
          <p:spPr>
            <a:xfrm>
              <a:off x="7270673" y="-2669900"/>
              <a:ext cx="2881223" cy="2929874"/>
            </a:xfrm>
            <a:prstGeom prst="rect">
              <a:avLst/>
            </a:prstGeom>
            <a:noFill/>
            <a:ln>
              <a:noFill/>
            </a:ln>
          </p:spPr>
        </p:pic>
        <p:pic>
          <p:nvPicPr>
            <p:cNvPr id="485" name="Google Shape;485;p55"/>
            <p:cNvPicPr preferRelativeResize="0"/>
            <p:nvPr/>
          </p:nvPicPr>
          <p:blipFill>
            <a:blip r:embed="rId4" cstate="print">
              <a:alphaModFix amt="43000"/>
            </a:blip>
            <a:stretch>
              <a:fillRect/>
            </a:stretch>
          </p:blipFill>
          <p:spPr>
            <a:xfrm rot="4408896">
              <a:off x="22199" y="1619500"/>
              <a:ext cx="1486300" cy="2644623"/>
            </a:xfrm>
            <a:prstGeom prst="rect">
              <a:avLst/>
            </a:prstGeom>
            <a:noFill/>
            <a:ln>
              <a:noFill/>
            </a:ln>
          </p:spPr>
        </p:pic>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10">
  <p:cSld name="Title and text 10">
    <p:spTree>
      <p:nvGrpSpPr>
        <p:cNvPr id="1" name="Shape 486"/>
        <p:cNvGrpSpPr/>
        <p:nvPr/>
      </p:nvGrpSpPr>
      <p:grpSpPr>
        <a:xfrm>
          <a:off x="0" y="0"/>
          <a:ext cx="0" cy="0"/>
          <a:chOff x="0" y="0"/>
          <a:chExt cx="0" cy="0"/>
        </a:xfrm>
      </p:grpSpPr>
      <p:pic>
        <p:nvPicPr>
          <p:cNvPr id="487" name="Google Shape;487;p56"/>
          <p:cNvPicPr preferRelativeResize="0"/>
          <p:nvPr/>
        </p:nvPicPr>
        <p:blipFill>
          <a:blip r:embed="rId2" cstate="print">
            <a:alphaModFix amt="57000"/>
          </a:blip>
          <a:stretch>
            <a:fillRect/>
          </a:stretch>
        </p:blipFill>
        <p:spPr>
          <a:xfrm rot="10800000">
            <a:off x="2" y="0"/>
            <a:ext cx="9144000" cy="5143500"/>
          </a:xfrm>
          <a:prstGeom prst="rect">
            <a:avLst/>
          </a:prstGeom>
          <a:noFill/>
          <a:ln>
            <a:noFill/>
          </a:ln>
        </p:spPr>
      </p:pic>
      <p:sp>
        <p:nvSpPr>
          <p:cNvPr id="488" name="Google Shape;488;p56"/>
          <p:cNvSpPr txBox="1">
            <a:spLocks noGrp="1"/>
          </p:cNvSpPr>
          <p:nvPr>
            <p:ph type="title"/>
          </p:nvPr>
        </p:nvSpPr>
        <p:spPr>
          <a:xfrm>
            <a:off x="4408076" y="1740900"/>
            <a:ext cx="2861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489" name="Google Shape;489;p56"/>
          <p:cNvSpPr txBox="1">
            <a:spLocks noGrp="1"/>
          </p:cNvSpPr>
          <p:nvPr>
            <p:ph type="subTitle" idx="1"/>
          </p:nvPr>
        </p:nvSpPr>
        <p:spPr>
          <a:xfrm>
            <a:off x="4408076" y="2313597"/>
            <a:ext cx="2861100" cy="108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90;p56"/>
          <p:cNvGrpSpPr/>
          <p:nvPr/>
        </p:nvGrpSpPr>
        <p:grpSpPr>
          <a:xfrm rot="10800000">
            <a:off x="-891002" y="3689351"/>
            <a:ext cx="10578908" cy="2929874"/>
            <a:chOff x="-891002" y="-1228775"/>
            <a:chExt cx="10578908" cy="2929874"/>
          </a:xfrm>
        </p:grpSpPr>
        <p:pic>
          <p:nvPicPr>
            <p:cNvPr id="491" name="Google Shape;491;p56"/>
            <p:cNvPicPr preferRelativeResize="0"/>
            <p:nvPr/>
          </p:nvPicPr>
          <p:blipFill>
            <a:blip r:embed="rId3" cstate="print">
              <a:alphaModFix amt="29000"/>
            </a:blip>
            <a:stretch>
              <a:fillRect/>
            </a:stretch>
          </p:blipFill>
          <p:spPr>
            <a:xfrm>
              <a:off x="-891002" y="-1228775"/>
              <a:ext cx="2881223" cy="2929874"/>
            </a:xfrm>
            <a:prstGeom prst="rect">
              <a:avLst/>
            </a:prstGeom>
            <a:noFill/>
            <a:ln>
              <a:noFill/>
            </a:ln>
          </p:spPr>
        </p:pic>
        <p:pic>
          <p:nvPicPr>
            <p:cNvPr id="492" name="Google Shape;492;p56"/>
            <p:cNvPicPr preferRelativeResize="0"/>
            <p:nvPr/>
          </p:nvPicPr>
          <p:blipFill>
            <a:blip r:embed="rId4" cstate="print">
              <a:alphaModFix amt="43000"/>
            </a:blip>
            <a:stretch>
              <a:fillRect/>
            </a:stretch>
          </p:blipFill>
          <p:spPr>
            <a:xfrm rot="4408896">
              <a:off x="7465724" y="-1122075"/>
              <a:ext cx="1486300" cy="2644623"/>
            </a:xfrm>
            <a:prstGeom prst="rect">
              <a:avLst/>
            </a:prstGeom>
            <a:noFill/>
            <a:ln>
              <a:noFill/>
            </a:ln>
          </p:spPr>
        </p:pic>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493"/>
        <p:cNvGrpSpPr/>
        <p:nvPr/>
      </p:nvGrpSpPr>
      <p:grpSpPr>
        <a:xfrm>
          <a:off x="0" y="0"/>
          <a:ext cx="0" cy="0"/>
          <a:chOff x="0" y="0"/>
          <a:chExt cx="0" cy="0"/>
        </a:xfrm>
      </p:grpSpPr>
      <p:pic>
        <p:nvPicPr>
          <p:cNvPr id="494" name="Google Shape;494;p57"/>
          <p:cNvPicPr preferRelativeResize="0"/>
          <p:nvPr/>
        </p:nvPicPr>
        <p:blipFill>
          <a:blip r:embed="rId2" cstate="print">
            <a:alphaModFix amt="57000"/>
          </a:blip>
          <a:stretch>
            <a:fillRect/>
          </a:stretch>
        </p:blipFill>
        <p:spPr>
          <a:xfrm rot="10800000">
            <a:off x="3" y="6"/>
            <a:ext cx="9144000" cy="5143500"/>
          </a:xfrm>
          <a:prstGeom prst="rect">
            <a:avLst/>
          </a:prstGeom>
          <a:noFill/>
          <a:ln>
            <a:noFill/>
          </a:ln>
        </p:spPr>
      </p:pic>
      <p:pic>
        <p:nvPicPr>
          <p:cNvPr id="495" name="Google Shape;495;p57"/>
          <p:cNvPicPr preferRelativeResize="0"/>
          <p:nvPr/>
        </p:nvPicPr>
        <p:blipFill>
          <a:blip r:embed="rId3" cstate="print">
            <a:alphaModFix amt="16000"/>
          </a:blip>
          <a:stretch>
            <a:fillRect/>
          </a:stretch>
        </p:blipFill>
        <p:spPr>
          <a:xfrm flipH="1">
            <a:off x="0" y="0"/>
            <a:ext cx="9144003" cy="3116462"/>
          </a:xfrm>
          <a:prstGeom prst="rect">
            <a:avLst/>
          </a:prstGeom>
          <a:noFill/>
          <a:ln>
            <a:noFill/>
          </a:ln>
        </p:spPr>
      </p:pic>
      <p:sp>
        <p:nvSpPr>
          <p:cNvPr id="496" name="Google Shape;496;p57"/>
          <p:cNvSpPr txBox="1">
            <a:spLocks noGrp="1"/>
          </p:cNvSpPr>
          <p:nvPr>
            <p:ph type="subTitle" idx="1"/>
          </p:nvPr>
        </p:nvSpPr>
        <p:spPr>
          <a:xfrm>
            <a:off x="2478875" y="3859275"/>
            <a:ext cx="4186200" cy="74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400"/>
              <a:buFont typeface="Anaheim"/>
              <a:buChar char="○"/>
              <a:defRPr>
                <a:solidFill>
                  <a:schemeClr val="dk1"/>
                </a:solidFill>
              </a:defRPr>
            </a:lvl1pPr>
            <a:lvl2pPr lvl="1" algn="ctr" rtl="0">
              <a:lnSpc>
                <a:spcPct val="100000"/>
              </a:lnSpc>
              <a:spcBef>
                <a:spcPts val="1000"/>
              </a:spcBef>
              <a:spcAft>
                <a:spcPts val="0"/>
              </a:spcAft>
              <a:buClr>
                <a:srgbClr val="434343"/>
              </a:buClr>
              <a:buSzPts val="1200"/>
              <a:buFont typeface="Roboto Condensed Light"/>
              <a:buChar char="○"/>
              <a:defRPr/>
            </a:lvl2pPr>
            <a:lvl3pPr lvl="2" algn="ctr" rtl="0">
              <a:lnSpc>
                <a:spcPct val="100000"/>
              </a:lnSpc>
              <a:spcBef>
                <a:spcPts val="0"/>
              </a:spcBef>
              <a:spcAft>
                <a:spcPts val="0"/>
              </a:spcAft>
              <a:buClr>
                <a:srgbClr val="434343"/>
              </a:buClr>
              <a:buSzPts val="1200"/>
              <a:buFont typeface="Roboto Condensed Light"/>
              <a:buChar char="■"/>
              <a:defRPr/>
            </a:lvl3pPr>
            <a:lvl4pPr lvl="3" algn="ctr" rtl="0">
              <a:lnSpc>
                <a:spcPct val="100000"/>
              </a:lnSpc>
              <a:spcBef>
                <a:spcPts val="0"/>
              </a:spcBef>
              <a:spcAft>
                <a:spcPts val="0"/>
              </a:spcAft>
              <a:buClr>
                <a:srgbClr val="434343"/>
              </a:buClr>
              <a:buSzPts val="1200"/>
              <a:buFont typeface="Roboto Condensed Light"/>
              <a:buChar char="●"/>
              <a:defRPr/>
            </a:lvl4pPr>
            <a:lvl5pPr lvl="4" algn="ctr" rtl="0">
              <a:lnSpc>
                <a:spcPct val="100000"/>
              </a:lnSpc>
              <a:spcBef>
                <a:spcPts val="0"/>
              </a:spcBef>
              <a:spcAft>
                <a:spcPts val="0"/>
              </a:spcAft>
              <a:buClr>
                <a:srgbClr val="434343"/>
              </a:buClr>
              <a:buSzPts val="1200"/>
              <a:buFont typeface="Roboto Condensed Light"/>
              <a:buChar char="○"/>
              <a:defRPr/>
            </a:lvl5pPr>
            <a:lvl6pPr lvl="5" algn="ctr" rtl="0">
              <a:lnSpc>
                <a:spcPct val="100000"/>
              </a:lnSpc>
              <a:spcBef>
                <a:spcPts val="0"/>
              </a:spcBef>
              <a:spcAft>
                <a:spcPts val="0"/>
              </a:spcAft>
              <a:buClr>
                <a:srgbClr val="434343"/>
              </a:buClr>
              <a:buSzPts val="1200"/>
              <a:buFont typeface="Roboto Condensed Light"/>
              <a:buChar char="■"/>
              <a:defRPr/>
            </a:lvl6pPr>
            <a:lvl7pPr lvl="6" algn="ctr" rtl="0">
              <a:lnSpc>
                <a:spcPct val="100000"/>
              </a:lnSpc>
              <a:spcBef>
                <a:spcPts val="0"/>
              </a:spcBef>
              <a:spcAft>
                <a:spcPts val="0"/>
              </a:spcAft>
              <a:buClr>
                <a:srgbClr val="434343"/>
              </a:buClr>
              <a:buSzPts val="1200"/>
              <a:buFont typeface="Roboto Condensed Light"/>
              <a:buChar char="●"/>
              <a:defRPr/>
            </a:lvl7pPr>
            <a:lvl8pPr lvl="7" algn="ctr" rtl="0">
              <a:lnSpc>
                <a:spcPct val="100000"/>
              </a:lnSpc>
              <a:spcBef>
                <a:spcPts val="0"/>
              </a:spcBef>
              <a:spcAft>
                <a:spcPts val="0"/>
              </a:spcAft>
              <a:buClr>
                <a:srgbClr val="434343"/>
              </a:buClr>
              <a:buSzPts val="1200"/>
              <a:buFont typeface="Roboto Condensed Light"/>
              <a:buChar char="○"/>
              <a:defRPr/>
            </a:lvl8pPr>
            <a:lvl9pPr lvl="8" algn="ctr" rtl="0">
              <a:lnSpc>
                <a:spcPct val="100000"/>
              </a:lnSpc>
              <a:spcBef>
                <a:spcPts val="0"/>
              </a:spcBef>
              <a:spcAft>
                <a:spcPts val="0"/>
              </a:spcAft>
              <a:buClr>
                <a:srgbClr val="434343"/>
              </a:buClr>
              <a:buSzPts val="1200"/>
              <a:buFont typeface="Roboto Condensed Light"/>
              <a:buChar char="■"/>
              <a:defRPr/>
            </a:lvl9pPr>
          </a:lstStyle>
          <a:p>
            <a:r>
              <a:rPr lang="en-US"/>
              <a:t>Click to edit Master subtitle style</a:t>
            </a:r>
            <a:endParaRPr/>
          </a:p>
        </p:txBody>
      </p:sp>
      <p:sp>
        <p:nvSpPr>
          <p:cNvPr id="497" name="Google Shape;497;p57"/>
          <p:cNvSpPr txBox="1">
            <a:spLocks noGrp="1"/>
          </p:cNvSpPr>
          <p:nvPr>
            <p:ph type="title"/>
          </p:nvPr>
        </p:nvSpPr>
        <p:spPr>
          <a:xfrm>
            <a:off x="715100" y="535000"/>
            <a:ext cx="7708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98"/>
        <p:cNvGrpSpPr/>
        <p:nvPr/>
      </p:nvGrpSpPr>
      <p:grpSpPr>
        <a:xfrm>
          <a:off x="0" y="0"/>
          <a:ext cx="0" cy="0"/>
          <a:chOff x="0" y="0"/>
          <a:chExt cx="0" cy="0"/>
        </a:xfrm>
      </p:grpSpPr>
      <p:pic>
        <p:nvPicPr>
          <p:cNvPr id="499" name="Google Shape;499;p5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500" name="Google Shape;500;p58"/>
          <p:cNvPicPr preferRelativeResize="0"/>
          <p:nvPr/>
        </p:nvPicPr>
        <p:blipFill>
          <a:blip r:embed="rId3" cstate="print">
            <a:alphaModFix amt="30000"/>
          </a:blip>
          <a:stretch>
            <a:fillRect/>
          </a:stretch>
        </p:blipFill>
        <p:spPr>
          <a:xfrm flipH="1">
            <a:off x="-2015" y="-955475"/>
            <a:ext cx="9144003" cy="6098975"/>
          </a:xfrm>
          <a:prstGeom prst="rect">
            <a:avLst/>
          </a:prstGeom>
          <a:noFill/>
          <a:ln>
            <a:noFill/>
          </a:ln>
        </p:spPr>
      </p:pic>
      <p:sp>
        <p:nvSpPr>
          <p:cNvPr id="501" name="Google Shape;501;p58"/>
          <p:cNvSpPr txBox="1">
            <a:spLocks noGrp="1"/>
          </p:cNvSpPr>
          <p:nvPr>
            <p:ph type="ctrTitle"/>
          </p:nvPr>
        </p:nvSpPr>
        <p:spPr>
          <a:xfrm>
            <a:off x="2429950" y="418979"/>
            <a:ext cx="4284000" cy="99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a:t>Click to edit Master title style</a:t>
            </a:r>
            <a:endParaRPr/>
          </a:p>
        </p:txBody>
      </p:sp>
      <p:sp>
        <p:nvSpPr>
          <p:cNvPr id="502" name="Google Shape;502;p58"/>
          <p:cNvSpPr txBox="1">
            <a:spLocks noGrp="1"/>
          </p:cNvSpPr>
          <p:nvPr>
            <p:ph type="subTitle" idx="1"/>
          </p:nvPr>
        </p:nvSpPr>
        <p:spPr>
          <a:xfrm>
            <a:off x="2425075" y="1659495"/>
            <a:ext cx="4293900" cy="122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r>
              <a:rPr lang="en-US"/>
              <a:t>Click to edit Master subtitle style</a:t>
            </a:r>
            <a:endParaRPr/>
          </a:p>
        </p:txBody>
      </p:sp>
      <p:sp>
        <p:nvSpPr>
          <p:cNvPr id="503" name="Google Shape;503;p58"/>
          <p:cNvSpPr txBox="1"/>
          <p:nvPr/>
        </p:nvSpPr>
        <p:spPr>
          <a:xfrm>
            <a:off x="2825850" y="3686879"/>
            <a:ext cx="34923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200">
                <a:solidFill>
                  <a:schemeClr val="dk1"/>
                </a:solidFill>
                <a:latin typeface="Quicksand"/>
                <a:ea typeface="Quicksand"/>
                <a:cs typeface="Quicksand"/>
                <a:sym typeface="Quicksand"/>
              </a:rPr>
              <a:t>CREDITS: This presentation template was created by </a:t>
            </a:r>
            <a:r>
              <a:rPr lang="en" sz="1200">
                <a:solidFill>
                  <a:schemeClr val="dk1"/>
                </a:solidFill>
                <a:uFill>
                  <a:noFill/>
                </a:uFill>
                <a:latin typeface="Quicksand"/>
                <a:ea typeface="Quicksand"/>
                <a:cs typeface="Quicksand"/>
                <a:sym typeface="Quicksand"/>
                <a:hlinkClick r:id="rId4">
                  <a:extLst>
                    <a:ext uri="{A12FA001-AC4F-418D-AE19-62706E023703}">
                      <ahyp:hlinkClr xmlns:ahyp="http://schemas.microsoft.com/office/drawing/2018/hyperlinkcolor" val="tx"/>
                    </a:ext>
                  </a:extLst>
                </a:hlinkClick>
              </a:rPr>
              <a:t>Slidesgo</a:t>
            </a:r>
            <a:r>
              <a:rPr lang="en" sz="1200">
                <a:solidFill>
                  <a:schemeClr val="dk1"/>
                </a:solidFill>
                <a:latin typeface="Quicksand"/>
                <a:ea typeface="Quicksand"/>
                <a:cs typeface="Quicksand"/>
                <a:sym typeface="Quicksand"/>
              </a:rPr>
              <a:t>, including icons by </a:t>
            </a:r>
            <a:r>
              <a:rPr lang="en" sz="1200">
                <a:solidFill>
                  <a:schemeClr val="dk1"/>
                </a:solidFill>
                <a:uFill>
                  <a:noFill/>
                </a:uFill>
                <a:latin typeface="Quicksand"/>
                <a:ea typeface="Quicksand"/>
                <a:cs typeface="Quicksand"/>
                <a:sym typeface="Quicksand"/>
                <a:hlinkClick r:id="rId5">
                  <a:extLst>
                    <a:ext uri="{A12FA001-AC4F-418D-AE19-62706E023703}">
                      <ahyp:hlinkClr xmlns:ahyp="http://schemas.microsoft.com/office/drawing/2018/hyperlinkcolor" val="tx"/>
                    </a:ext>
                  </a:extLst>
                </a:hlinkClick>
              </a:rPr>
              <a:t>Flaticon</a:t>
            </a:r>
            <a:r>
              <a:rPr lang="en" sz="1200">
                <a:solidFill>
                  <a:schemeClr val="dk1"/>
                </a:solidFill>
                <a:latin typeface="Quicksand"/>
                <a:ea typeface="Quicksand"/>
                <a:cs typeface="Quicksand"/>
                <a:sym typeface="Quicksand"/>
              </a:rPr>
              <a:t> </a:t>
            </a:r>
            <a:r>
              <a:rPr lang="en" sz="1200">
                <a:solidFill>
                  <a:schemeClr val="dk1"/>
                </a:solidFill>
                <a:highlight>
                  <a:srgbClr val="DFDEFC"/>
                </a:highlight>
                <a:latin typeface="Quicksand"/>
                <a:ea typeface="Quicksand"/>
                <a:cs typeface="Quicksand"/>
                <a:sym typeface="Quicksand"/>
              </a:rPr>
              <a:t>and</a:t>
            </a:r>
            <a:r>
              <a:rPr lang="en" sz="1200">
                <a:solidFill>
                  <a:schemeClr val="dk1"/>
                </a:solidFill>
                <a:latin typeface="Quicksand"/>
                <a:ea typeface="Quicksand"/>
                <a:cs typeface="Quicksand"/>
                <a:sym typeface="Quicksand"/>
              </a:rPr>
              <a:t> infographics &amp; images by </a:t>
            </a:r>
            <a:r>
              <a:rPr lang="en" sz="1200">
                <a:solidFill>
                  <a:schemeClr val="dk1"/>
                </a:solidFill>
                <a:uFill>
                  <a:noFill/>
                </a:uFill>
                <a:latin typeface="Quicksand"/>
                <a:ea typeface="Quicksand"/>
                <a:cs typeface="Quicksand"/>
                <a:sym typeface="Quicksand"/>
                <a:hlinkClick r:id="rId6">
                  <a:extLst>
                    <a:ext uri="{A12FA001-AC4F-418D-AE19-62706E023703}">
                      <ahyp:hlinkClr xmlns:ahyp="http://schemas.microsoft.com/office/drawing/2018/hyperlinkcolor" val="tx"/>
                    </a:ext>
                  </a:extLst>
                </a:hlinkClick>
              </a:rPr>
              <a:t>Freepik</a:t>
            </a:r>
            <a:endParaRPr sz="1200" dirty="0">
              <a:solidFill>
                <a:schemeClr val="dk1"/>
              </a:solidFill>
              <a:highlight>
                <a:srgbClr val="DFDEFC"/>
              </a:highlight>
              <a:latin typeface="Quicksand"/>
              <a:ea typeface="Quicksand"/>
              <a:cs typeface="Quicksand"/>
              <a:sym typeface="Quicksa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504"/>
        <p:cNvGrpSpPr/>
        <p:nvPr/>
      </p:nvGrpSpPr>
      <p:grpSpPr>
        <a:xfrm>
          <a:off x="0" y="0"/>
          <a:ext cx="0" cy="0"/>
          <a:chOff x="0" y="0"/>
          <a:chExt cx="0" cy="0"/>
        </a:xfrm>
      </p:grpSpPr>
      <p:pic>
        <p:nvPicPr>
          <p:cNvPr id="505" name="Google Shape;505;p5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506"/>
        <p:cNvGrpSpPr/>
        <p:nvPr/>
      </p:nvGrpSpPr>
      <p:grpSpPr>
        <a:xfrm>
          <a:off x="0" y="0"/>
          <a:ext cx="0" cy="0"/>
          <a:chOff x="0" y="0"/>
          <a:chExt cx="0" cy="0"/>
        </a:xfrm>
      </p:grpSpPr>
      <p:pic>
        <p:nvPicPr>
          <p:cNvPr id="507" name="Google Shape;507;p6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508;p60"/>
          <p:cNvGrpSpPr/>
          <p:nvPr/>
        </p:nvGrpSpPr>
        <p:grpSpPr>
          <a:xfrm rot="10800000" flipH="1">
            <a:off x="-1846500" y="-1386399"/>
            <a:ext cx="11304528" cy="8107960"/>
            <a:chOff x="-1846500" y="-1386399"/>
            <a:chExt cx="11304528" cy="8107960"/>
          </a:xfrm>
        </p:grpSpPr>
        <p:pic>
          <p:nvPicPr>
            <p:cNvPr id="509" name="Google Shape;509;p60"/>
            <p:cNvPicPr preferRelativeResize="0"/>
            <p:nvPr/>
          </p:nvPicPr>
          <p:blipFill>
            <a:blip r:embed="rId3" cstate="print">
              <a:alphaModFix amt="35000"/>
            </a:blip>
            <a:stretch>
              <a:fillRect/>
            </a:stretch>
          </p:blipFill>
          <p:spPr>
            <a:xfrm>
              <a:off x="6686275" y="-1386399"/>
              <a:ext cx="2771753" cy="2736575"/>
            </a:xfrm>
            <a:prstGeom prst="rect">
              <a:avLst/>
            </a:prstGeom>
            <a:noFill/>
            <a:ln>
              <a:noFill/>
            </a:ln>
          </p:spPr>
        </p:pic>
        <p:pic>
          <p:nvPicPr>
            <p:cNvPr id="510" name="Google Shape;510;p60"/>
            <p:cNvPicPr preferRelativeResize="0"/>
            <p:nvPr/>
          </p:nvPicPr>
          <p:blipFill>
            <a:blip r:embed="rId4" cstate="print">
              <a:alphaModFix amt="38000"/>
            </a:blip>
            <a:stretch>
              <a:fillRect/>
            </a:stretch>
          </p:blipFill>
          <p:spPr>
            <a:xfrm rot="5203858">
              <a:off x="-1631029" y="3518279"/>
              <a:ext cx="2980001" cy="3246294"/>
            </a:xfrm>
            <a:prstGeom prst="rect">
              <a:avLst/>
            </a:prstGeom>
            <a:noFill/>
            <a:ln>
              <a:noFill/>
            </a:ln>
          </p:spPr>
        </p:pic>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ackground 2">
  <p:cSld name="Background 2">
    <p:bg>
      <p:bgPr>
        <a:solidFill>
          <a:schemeClr val="accent1"/>
        </a:solidFill>
        <a:effectLst/>
      </p:bgPr>
    </p:bg>
    <p:spTree>
      <p:nvGrpSpPr>
        <p:cNvPr id="1" name="Shape 511"/>
        <p:cNvGrpSpPr/>
        <p:nvPr/>
      </p:nvGrpSpPr>
      <p:grpSpPr>
        <a:xfrm>
          <a:off x="0" y="0"/>
          <a:ext cx="0" cy="0"/>
          <a:chOff x="0" y="0"/>
          <a:chExt cx="0" cy="0"/>
        </a:xfrm>
      </p:grpSpPr>
      <p:pic>
        <p:nvPicPr>
          <p:cNvPr id="512" name="Google Shape;512;p6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513" name="Google Shape;513;p61"/>
          <p:cNvPicPr preferRelativeResize="0"/>
          <p:nvPr/>
        </p:nvPicPr>
        <p:blipFill>
          <a:blip r:embed="rId3" cstate="print">
            <a:alphaModFix amt="16000"/>
          </a:blip>
          <a:stretch>
            <a:fillRect/>
          </a:stretch>
        </p:blipFill>
        <p:spPr>
          <a:xfrm rot="10800000" flipH="1">
            <a:off x="0" y="2027045"/>
            <a:ext cx="9144003" cy="3116462"/>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ackground 3">
  <p:cSld name="Background 3">
    <p:bg>
      <p:bgPr>
        <a:solidFill>
          <a:schemeClr val="lt2"/>
        </a:solidFill>
        <a:effectLst/>
      </p:bgPr>
    </p:bg>
    <p:spTree>
      <p:nvGrpSpPr>
        <p:cNvPr id="1" name="Shape 514"/>
        <p:cNvGrpSpPr/>
        <p:nvPr/>
      </p:nvGrpSpPr>
      <p:grpSpPr>
        <a:xfrm>
          <a:off x="0" y="0"/>
          <a:ext cx="0" cy="0"/>
          <a:chOff x="0" y="0"/>
          <a:chExt cx="0" cy="0"/>
        </a:xfrm>
      </p:grpSpPr>
      <p:pic>
        <p:nvPicPr>
          <p:cNvPr id="515" name="Google Shape;515;p6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516;p62"/>
          <p:cNvGrpSpPr/>
          <p:nvPr/>
        </p:nvGrpSpPr>
        <p:grpSpPr>
          <a:xfrm>
            <a:off x="-1078051" y="-828301"/>
            <a:ext cx="10800649" cy="6495486"/>
            <a:chOff x="-1078051" y="-828301"/>
            <a:chExt cx="10800649" cy="6495486"/>
          </a:xfrm>
        </p:grpSpPr>
        <p:pic>
          <p:nvPicPr>
            <p:cNvPr id="517" name="Google Shape;517;p62"/>
            <p:cNvPicPr preferRelativeResize="0"/>
            <p:nvPr/>
          </p:nvPicPr>
          <p:blipFill>
            <a:blip r:embed="rId3" cstate="print">
              <a:alphaModFix amt="35000"/>
            </a:blip>
            <a:stretch>
              <a:fillRect/>
            </a:stretch>
          </p:blipFill>
          <p:spPr>
            <a:xfrm rot="4499998">
              <a:off x="517536" y="-1566832"/>
              <a:ext cx="2446178" cy="5180760"/>
            </a:xfrm>
            <a:prstGeom prst="rect">
              <a:avLst/>
            </a:prstGeom>
            <a:noFill/>
            <a:ln>
              <a:noFill/>
            </a:ln>
          </p:spPr>
        </p:pic>
        <p:pic>
          <p:nvPicPr>
            <p:cNvPr id="518" name="Google Shape;518;p62"/>
            <p:cNvPicPr preferRelativeResize="0"/>
            <p:nvPr/>
          </p:nvPicPr>
          <p:blipFill>
            <a:blip r:embed="rId4" cstate="print">
              <a:alphaModFix amt="38000"/>
            </a:blip>
            <a:stretch>
              <a:fillRect/>
            </a:stretch>
          </p:blipFill>
          <p:spPr>
            <a:xfrm rot="4932521">
              <a:off x="7662897" y="3595450"/>
              <a:ext cx="1859885" cy="2026087"/>
            </a:xfrm>
            <a:prstGeom prst="rect">
              <a:avLst/>
            </a:prstGeom>
            <a:noFill/>
            <a:ln>
              <a:noFill/>
            </a:ln>
          </p:spPr>
        </p:pic>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522"/>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523"/>
        <p:cNvGrpSpPr/>
        <p:nvPr/>
      </p:nvGrpSpPr>
      <p:grpSpPr>
        <a:xfrm>
          <a:off x="0" y="0"/>
          <a:ext cx="0" cy="0"/>
          <a:chOff x="0" y="0"/>
          <a:chExt cx="0" cy="0"/>
        </a:xfrm>
      </p:grpSpPr>
      <p:sp>
        <p:nvSpPr>
          <p:cNvPr id="524" name="Google Shape;524;p65"/>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528"/>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0">
              <a:srgbClr val="F3F1FC"/>
            </a:gs>
            <a:gs pos="74000">
              <a:srgbClr val="BFCBD9"/>
            </a:gs>
            <a:gs pos="83000">
              <a:srgbClr val="BFCBD9"/>
            </a:gs>
            <a:gs pos="100000">
              <a:srgbClr val="BFCBD9"/>
            </a:gs>
          </a:gsLst>
          <a:lin ang="2700000" scaled="1"/>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3A74B8-EF64-4578-9A72-98E8B3A3A10E}"/>
              </a:ext>
            </a:extLst>
          </p:cNvPr>
          <p:cNvSpPr/>
          <p:nvPr/>
        </p:nvSpPr>
        <p:spPr>
          <a:xfrm>
            <a:off x="0" y="0"/>
            <a:ext cx="9144000" cy="5143500"/>
          </a:xfrm>
          <a:prstGeom prst="rect">
            <a:avLst/>
          </a:prstGeom>
          <a:gradFill>
            <a:gsLst>
              <a:gs pos="0">
                <a:srgbClr val="F3F1FC"/>
              </a:gs>
              <a:gs pos="74000">
                <a:srgbClr val="BFCBD9"/>
              </a:gs>
              <a:gs pos="83000">
                <a:srgbClr val="BFCBD9"/>
              </a:gs>
              <a:gs pos="100000">
                <a:srgbClr val="BFCBD9"/>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14" name="Rectangle 13">
            <a:extLst>
              <a:ext uri="{FF2B5EF4-FFF2-40B4-BE49-F238E27FC236}">
                <a16:creationId xmlns:a16="http://schemas.microsoft.com/office/drawing/2014/main" id="{2003261B-DE37-4912-AF5A-8E51A0F03535}"/>
              </a:ext>
            </a:extLst>
          </p:cNvPr>
          <p:cNvSpPr/>
          <p:nvPr/>
        </p:nvSpPr>
        <p:spPr>
          <a:xfrm>
            <a:off x="1304925" y="1085851"/>
            <a:ext cx="7143750" cy="3416300"/>
          </a:xfrm>
          <a:prstGeom prst="rect">
            <a:avLst/>
          </a:prstGeom>
          <a:effectLst>
            <a:outerShdw blurRad="711200" dist="393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13" name="Rectangle: Rounded Corners 12">
            <a:extLst>
              <a:ext uri="{FF2B5EF4-FFF2-40B4-BE49-F238E27FC236}">
                <a16:creationId xmlns:a16="http://schemas.microsoft.com/office/drawing/2014/main" id="{63EA7C3A-9E97-4FD9-9258-90A2A701B48E}"/>
              </a:ext>
            </a:extLst>
          </p:cNvPr>
          <p:cNvSpPr/>
          <p:nvPr/>
        </p:nvSpPr>
        <p:spPr>
          <a:xfrm>
            <a:off x="549276" y="549276"/>
            <a:ext cx="8045448" cy="4040188"/>
          </a:xfrm>
          <a:prstGeom prst="roundRect">
            <a:avLst>
              <a:gd name="adj" fmla="val 1770"/>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12" name="Freeform: Shape 11">
            <a:extLst>
              <a:ext uri="{FF2B5EF4-FFF2-40B4-BE49-F238E27FC236}">
                <a16:creationId xmlns:a16="http://schemas.microsoft.com/office/drawing/2014/main" id="{FBDF1A8A-E8B1-4F56-8E05-BF95BE98DE5B}"/>
              </a:ext>
            </a:extLst>
          </p:cNvPr>
          <p:cNvSpPr/>
          <p:nvPr/>
        </p:nvSpPr>
        <p:spPr>
          <a:xfrm>
            <a:off x="549276" y="549274"/>
            <a:ext cx="8045448" cy="2022476"/>
          </a:xfrm>
          <a:custGeom>
            <a:avLst/>
            <a:gdLst>
              <a:gd name="connsiteX0" fmla="*/ 95348 w 10727264"/>
              <a:gd name="connsiteY0" fmla="*/ 0 h 2696634"/>
              <a:gd name="connsiteX1" fmla="*/ 10631916 w 10727264"/>
              <a:gd name="connsiteY1" fmla="*/ 0 h 2696634"/>
              <a:gd name="connsiteX2" fmla="*/ 10727264 w 10727264"/>
              <a:gd name="connsiteY2" fmla="*/ 95348 h 2696634"/>
              <a:gd name="connsiteX3" fmla="*/ 10727264 w 10727264"/>
              <a:gd name="connsiteY3" fmla="*/ 2696634 h 2696634"/>
              <a:gd name="connsiteX4" fmla="*/ 0 w 10727264"/>
              <a:gd name="connsiteY4" fmla="*/ 2696634 h 2696634"/>
              <a:gd name="connsiteX5" fmla="*/ 0 w 10727264"/>
              <a:gd name="connsiteY5" fmla="*/ 95348 h 2696634"/>
              <a:gd name="connsiteX6" fmla="*/ 95348 w 10727264"/>
              <a:gd name="connsiteY6" fmla="*/ 0 h 2696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7264" h="2696634">
                <a:moveTo>
                  <a:pt x="95348" y="0"/>
                </a:moveTo>
                <a:lnTo>
                  <a:pt x="10631916" y="0"/>
                </a:lnTo>
                <a:cubicBezTo>
                  <a:pt x="10684575" y="0"/>
                  <a:pt x="10727264" y="42689"/>
                  <a:pt x="10727264" y="95348"/>
                </a:cubicBezTo>
                <a:lnTo>
                  <a:pt x="10727264" y="2696634"/>
                </a:lnTo>
                <a:lnTo>
                  <a:pt x="0" y="2696634"/>
                </a:lnTo>
                <a:lnTo>
                  <a:pt x="0" y="95348"/>
                </a:lnTo>
                <a:cubicBezTo>
                  <a:pt x="0" y="42689"/>
                  <a:pt x="42689" y="0"/>
                  <a:pt x="95348" y="0"/>
                </a:cubicBezTo>
                <a:close/>
              </a:path>
            </a:pathLst>
          </a:custGeom>
          <a:gradFill>
            <a:gsLst>
              <a:gs pos="0">
                <a:srgbClr val="33CAFF"/>
              </a:gs>
              <a:gs pos="74000">
                <a:srgbClr val="4C8BFD"/>
              </a:gs>
              <a:gs pos="83000">
                <a:srgbClr val="4C8BFD"/>
              </a:gs>
              <a:gs pos="100000">
                <a:srgbClr val="4C8BFD"/>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2" name="Title 1"/>
          <p:cNvSpPr>
            <a:spLocks noGrp="1"/>
          </p:cNvSpPr>
          <p:nvPr>
            <p:ph type="ctrTitle"/>
          </p:nvPr>
        </p:nvSpPr>
        <p:spPr>
          <a:xfrm>
            <a:off x="1143000" y="665162"/>
            <a:ext cx="6858000" cy="1790700"/>
          </a:xfrm>
        </p:spPr>
        <p:txBody>
          <a:bodyPr anchor="b"/>
          <a:lstStyle>
            <a:lvl1pPr algn="ctr">
              <a:defRPr sz="6000" b="1" cap="all" baseline="0">
                <a:solidFill>
                  <a:schemeClr val="bg1"/>
                </a:solidFill>
                <a:latin typeface="+mn-lt"/>
              </a:defRPr>
            </a:lvl1pPr>
          </a:lstStyle>
          <a:p>
            <a:r>
              <a:rPr lang="en-US"/>
              <a:t>Click to edit Master title style</a:t>
            </a:r>
          </a:p>
        </p:txBody>
      </p:sp>
      <p:sp>
        <p:nvSpPr>
          <p:cNvPr id="3" name="Subtitle 2"/>
          <p:cNvSpPr>
            <a:spLocks noGrp="1"/>
          </p:cNvSpPr>
          <p:nvPr>
            <p:ph type="subTitle" idx="1"/>
          </p:nvPr>
        </p:nvSpPr>
        <p:spPr>
          <a:xfrm>
            <a:off x="1143000" y="2871544"/>
            <a:ext cx="6858000" cy="531976"/>
          </a:xfrm>
          <a:prstGeom prst="rect">
            <a:avLst/>
          </a:prstGeom>
        </p:spPr>
        <p:txBody>
          <a:bodyPr anchor="ctr">
            <a:normAutofit/>
          </a:bodyPr>
          <a:lstStyle>
            <a:lvl1pPr marL="0" indent="0" algn="ctr">
              <a:buNone/>
              <a:defRPr sz="2700" cap="all" baseline="0">
                <a:solidFill>
                  <a:srgbClr val="4C8BFD"/>
                </a:solidFill>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5D686E"/>
                </a:solidFill>
              </a:defRPr>
            </a:lvl1pPr>
          </a:lstStyle>
          <a:p>
            <a:fld id="{9D21D778-B565-4D7E-94D7-64010A445B68}" type="datetimeFigureOut">
              <a:rPr lang="en-US" smtClean="0"/>
              <a:pPr/>
              <a:t>5/27/2026</a:t>
            </a:fld>
            <a:endParaRPr lang="en-US" dirty="0"/>
          </a:p>
        </p:txBody>
      </p:sp>
      <p:sp>
        <p:nvSpPr>
          <p:cNvPr id="5" name="Footer Placeholder 4"/>
          <p:cNvSpPr>
            <a:spLocks noGrp="1"/>
          </p:cNvSpPr>
          <p:nvPr>
            <p:ph type="ftr" sz="quarter" idx="11"/>
          </p:nvPr>
        </p:nvSpPr>
        <p:spPr>
          <a:xfrm>
            <a:off x="5429250" y="4834955"/>
            <a:ext cx="3086100" cy="274637"/>
          </a:xfrm>
        </p:spPr>
        <p:txBody>
          <a:bodyPr/>
          <a:lstStyle>
            <a:lvl1pPr algn="r">
              <a:defRPr>
                <a:solidFill>
                  <a:srgbClr val="5D686E"/>
                </a:solidFill>
              </a:defRPr>
            </a:lvl1pPr>
          </a:lstStyle>
          <a:p>
            <a:endParaRPr kumimoji="0" lang="en-US" dirty="0"/>
          </a:p>
        </p:txBody>
      </p:sp>
    </p:spTree>
    <p:extLst>
      <p:ext uri="{BB962C8B-B14F-4D97-AF65-F5344CB8AC3E}">
        <p14:creationId xmlns:p14="http://schemas.microsoft.com/office/powerpoint/2010/main" val="87250034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32617-F728-4345-9B63-C0B5F79DAA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F96419-4C10-4573-9A34-A9E44962CF90}"/>
              </a:ext>
            </a:extLst>
          </p:cNvPr>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4" name="Footer Placeholder 3">
            <a:extLst>
              <a:ext uri="{FF2B5EF4-FFF2-40B4-BE49-F238E27FC236}">
                <a16:creationId xmlns:a16="http://schemas.microsoft.com/office/drawing/2014/main" id="{521271FF-57D3-46C2-B896-B112906AEFCF}"/>
              </a:ext>
            </a:extLst>
          </p:cNvPr>
          <p:cNvSpPr>
            <a:spLocks noGrp="1"/>
          </p:cNvSpPr>
          <p:nvPr>
            <p:ph type="ftr" sz="quarter" idx="11"/>
          </p:nvPr>
        </p:nvSpPr>
        <p:spPr/>
        <p:txBody>
          <a:bodyPr/>
          <a:lstStyle>
            <a:lvl1pPr algn="ctr">
              <a:defRPr/>
            </a:lvl1pPr>
          </a:lstStyle>
          <a:p>
            <a:endParaRPr kumimoji="0" lang="en-US" dirty="0"/>
          </a:p>
        </p:txBody>
      </p:sp>
      <p:sp>
        <p:nvSpPr>
          <p:cNvPr id="5" name="Slide Number Placeholder 4">
            <a:extLst>
              <a:ext uri="{FF2B5EF4-FFF2-40B4-BE49-F238E27FC236}">
                <a16:creationId xmlns:a16="http://schemas.microsoft.com/office/drawing/2014/main" id="{CD73037F-AC0A-45F2-9BE0-E2564EE61564}"/>
              </a:ext>
            </a:extLst>
          </p:cNvPr>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
        <p:nvSpPr>
          <p:cNvPr id="8" name="Text Placeholder 7">
            <a:extLst>
              <a:ext uri="{FF2B5EF4-FFF2-40B4-BE49-F238E27FC236}">
                <a16:creationId xmlns:a16="http://schemas.microsoft.com/office/drawing/2014/main" id="{767351E8-B1DF-47F2-BEAE-438019E48A72}"/>
              </a:ext>
            </a:extLst>
          </p:cNvPr>
          <p:cNvSpPr>
            <a:spLocks noGrp="1"/>
          </p:cNvSpPr>
          <p:nvPr>
            <p:ph type="body" sz="quarter" idx="13"/>
          </p:nvPr>
        </p:nvSpPr>
        <p:spPr>
          <a:xfrm>
            <a:off x="628650" y="1533526"/>
            <a:ext cx="7886700" cy="3246119"/>
          </a:xfrm>
          <a:prstGeom prst="rect">
            <a:avLst/>
          </a:prstGeom>
        </p:spPr>
        <p:txBody>
          <a:bodyPr/>
          <a:lstStyle>
            <a:lvl1pPr>
              <a:spcAft>
                <a:spcPts val="900"/>
              </a:spcAft>
              <a:defRPr/>
            </a:lvl1pPr>
            <a:lvl2pPr>
              <a:spcAft>
                <a:spcPts val="900"/>
              </a:spcAft>
              <a:defRPr/>
            </a:lvl2pPr>
            <a:lvl3pPr>
              <a:spcAft>
                <a:spcPts val="900"/>
              </a:spcAft>
              <a:defRPr/>
            </a:lvl3pPr>
            <a:lvl4pPr>
              <a:spcAft>
                <a:spcPts val="900"/>
              </a:spcAft>
              <a:defRPr/>
            </a:lvl4pPr>
            <a:lvl5pPr>
              <a:spcAft>
                <a:spcPts val="9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617096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2"/>
            <a:ext cx="7886700" cy="2139950"/>
          </a:xfrm>
        </p:spPr>
        <p:txBody>
          <a:bodyPr anchor="b"/>
          <a:lstStyle>
            <a:lvl1pPr>
              <a:defRPr sz="6000">
                <a:solidFill>
                  <a:srgbClr val="5D686E"/>
                </a:solidFill>
              </a:defRPr>
            </a:lvl1pPr>
          </a:lstStyle>
          <a:p>
            <a:r>
              <a:rPr lang="en-US"/>
              <a:t>Click to edit Master title style</a:t>
            </a:r>
          </a:p>
        </p:txBody>
      </p:sp>
      <p:sp>
        <p:nvSpPr>
          <p:cNvPr id="3" name="Text Placeholder 2"/>
          <p:cNvSpPr>
            <a:spLocks noGrp="1"/>
          </p:cNvSpPr>
          <p:nvPr>
            <p:ph type="body" idx="1"/>
          </p:nvPr>
        </p:nvSpPr>
        <p:spPr>
          <a:xfrm>
            <a:off x="623888" y="3441702"/>
            <a:ext cx="7886700" cy="1125538"/>
          </a:xfrm>
          <a:prstGeom prst="rect">
            <a:avLst/>
          </a:prstGeo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5" name="Footer Placeholder 4"/>
          <p:cNvSpPr>
            <a:spLocks noGrp="1"/>
          </p:cNvSpPr>
          <p:nvPr>
            <p:ph type="ftr" sz="quarter" idx="11"/>
          </p:nvPr>
        </p:nvSpPr>
        <p:spPr/>
        <p:txBody>
          <a:bodyPr/>
          <a:lstStyle>
            <a:lvl1pPr algn="ctr">
              <a:defRPr/>
            </a:lvl1pPr>
          </a:lstStyle>
          <a:p>
            <a:endParaRPr kumimoji="0" lang="en-US" dirty="0"/>
          </a:p>
        </p:txBody>
      </p:sp>
      <p:sp>
        <p:nvSpPr>
          <p:cNvPr id="6" name="Slide Number Placeholder 5"/>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solidFill>
                <a:schemeClr val="accent3">
                  <a:shade val="75000"/>
                </a:schemeClr>
              </a:solidFill>
            </a:endParaRPr>
          </a:p>
        </p:txBody>
      </p:sp>
    </p:spTree>
    <p:extLst>
      <p:ext uri="{BB962C8B-B14F-4D97-AF65-F5344CB8AC3E}">
        <p14:creationId xmlns:p14="http://schemas.microsoft.com/office/powerpoint/2010/main" val="428082003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70014"/>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0014"/>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18243147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40"/>
            <a:ext cx="7886700" cy="993775"/>
          </a:xfrm>
        </p:spPr>
        <p:txBody>
          <a:bodyPr/>
          <a:lstStyle/>
          <a:p>
            <a:r>
              <a:rPr lang="en-US"/>
              <a:t>Click to edit Master title style</a:t>
            </a:r>
          </a:p>
        </p:txBody>
      </p:sp>
      <p:sp>
        <p:nvSpPr>
          <p:cNvPr id="3" name="Text Placeholder 2"/>
          <p:cNvSpPr>
            <a:spLocks noGrp="1"/>
          </p:cNvSpPr>
          <p:nvPr>
            <p:ph type="body" idx="1"/>
          </p:nvPr>
        </p:nvSpPr>
        <p:spPr>
          <a:xfrm>
            <a:off x="630239" y="1260475"/>
            <a:ext cx="3868737" cy="619125"/>
          </a:xfrm>
          <a:prstGeom prst="rect">
            <a:avLst/>
          </a:prstGeo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9" y="1879600"/>
            <a:ext cx="3868737"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475"/>
            <a:ext cx="3887788" cy="619125"/>
          </a:xfrm>
          <a:prstGeom prst="rect">
            <a:avLst/>
          </a:prstGeo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8" name="Footer Placeholder 7"/>
          <p:cNvSpPr>
            <a:spLocks noGrp="1"/>
          </p:cNvSpPr>
          <p:nvPr>
            <p:ph type="ftr" sz="quarter" idx="11"/>
          </p:nvPr>
        </p:nvSpPr>
        <p:spPr/>
        <p:txBody>
          <a:bodyPr/>
          <a:lstStyle/>
          <a:p>
            <a:endParaRPr kumimoji="0" lang="en-US" dirty="0"/>
          </a:p>
        </p:txBody>
      </p:sp>
      <p:sp>
        <p:nvSpPr>
          <p:cNvPr id="9" name="Slide Number Placeholder 8"/>
          <p:cNvSpPr>
            <a:spLocks noGrp="1"/>
          </p:cNvSpPr>
          <p:nvPr>
            <p:ph type="sldNum" sz="quarter" idx="12"/>
          </p:nvPr>
        </p:nvSpPr>
        <p:spPr/>
        <p:txBody>
          <a:bodyPr/>
          <a:lstStyle>
            <a:lvl1pPr algn="r">
              <a:defRPr/>
            </a:lvl1pPr>
          </a:lstStyle>
          <a:p>
            <a:pPr algn="ctr" eaLnBrk="1" latinLnBrk="0" hangingPunct="1"/>
            <a:fld id="{2C6B1FF6-39B9-40F5-8B67-33C6354A3D4F}" type="slidenum">
              <a:rPr kumimoji="0" lang="en-US" smtClean="0"/>
              <a:pPr algn="ctr" eaLnBrk="1" latinLnBrk="0" hangingPunct="1"/>
              <a:t>‹#›</a:t>
            </a:fld>
            <a:endParaRPr kumimoji="0" lang="en-US" dirty="0"/>
          </a:p>
        </p:txBody>
      </p:sp>
    </p:spTree>
    <p:extLst>
      <p:ext uri="{BB962C8B-B14F-4D97-AF65-F5344CB8AC3E}">
        <p14:creationId xmlns:p14="http://schemas.microsoft.com/office/powerpoint/2010/main" val="267915045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9385813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3" name="Footer Placeholder 2"/>
          <p:cNvSpPr>
            <a:spLocks noGrp="1"/>
          </p:cNvSpPr>
          <p:nvPr>
            <p:ph type="ftr" sz="quarter" idx="11"/>
          </p:nvPr>
        </p:nvSpPr>
        <p:spPr/>
        <p:txBody>
          <a:bodyPr/>
          <a:lstStyle/>
          <a:p>
            <a:endParaRPr kumimoji="0" lang="en-US" dirty="0"/>
          </a:p>
        </p:txBody>
      </p:sp>
      <p:sp>
        <p:nvSpPr>
          <p:cNvPr id="4" name="Slide Number Placeholder 3"/>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solidFill>
                <a:srgbClr val="FFFFFF"/>
              </a:solidFill>
            </a:endParaRPr>
          </a:p>
        </p:txBody>
      </p:sp>
    </p:spTree>
    <p:extLst>
      <p:ext uri="{BB962C8B-B14F-4D97-AF65-F5344CB8AC3E}">
        <p14:creationId xmlns:p14="http://schemas.microsoft.com/office/powerpoint/2010/main" val="6439114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40" y="342900"/>
            <a:ext cx="2949575" cy="120015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741365"/>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40" y="1543051"/>
            <a:ext cx="2949575" cy="2859088"/>
          </a:xfrm>
          <a:prstGeom prst="rect">
            <a:avLst/>
          </a:prstGeo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solidFill>
                <a:schemeClr val="accent3">
                  <a:shade val="75000"/>
                </a:schemeClr>
              </a:solidFill>
            </a:endParaRPr>
          </a:p>
        </p:txBody>
      </p:sp>
    </p:spTree>
    <p:extLst>
      <p:ext uri="{BB962C8B-B14F-4D97-AF65-F5344CB8AC3E}">
        <p14:creationId xmlns:p14="http://schemas.microsoft.com/office/powerpoint/2010/main" val="545134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40" y="342900"/>
            <a:ext cx="2949575" cy="120015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741365"/>
            <a:ext cx="4629150" cy="3654425"/>
          </a:xfrm>
          <a:prstGeom prst="rect">
            <a:avLst/>
          </a:prstGeom>
        </p:spPr>
        <p:txBody>
          <a:bodyPr/>
          <a:lstStyle>
            <a:lvl1pPr marL="0" indent="0">
              <a:buNone/>
              <a:defRPr sz="3200"/>
            </a:lvl1pPr>
            <a:lvl2pPr marL="457189" indent="0">
              <a:buNone/>
              <a:defRPr sz="2800"/>
            </a:lvl2pPr>
            <a:lvl3pPr marL="914378" indent="0">
              <a:buNone/>
              <a:defRPr sz="2400"/>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630240" y="1543051"/>
            <a:ext cx="2949575" cy="2859088"/>
          </a:xfrm>
          <a:prstGeom prst="rect">
            <a:avLst/>
          </a:prstGeo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7416588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28650" y="1432561"/>
            <a:ext cx="7886700" cy="329228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14085483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4640"/>
            <a:ext cx="1971675" cy="4357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2" y="274640"/>
            <a:ext cx="5762625" cy="43576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5310098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3" name="Google Shape;23;p4"/>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720000" y="1430950"/>
            <a:ext cx="7704000" cy="317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914400" lvl="1" indent="-30480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371600" lvl="2"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1828800" lvl="3"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2286000" lvl="4"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2743200" lvl="5"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3200400" lvl="6"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3657600" lvl="7"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4114800" lvl="8"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signed by PresentationGo">
    <p:bg>
      <p:bgPr>
        <a:gradFill>
          <a:gsLst>
            <a:gs pos="0">
              <a:srgbClr val="323A45"/>
            </a:gs>
            <a:gs pos="3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
        <p:nvSpPr>
          <p:cNvPr id="5" name="Rectangle 4"/>
          <p:cNvSpPr/>
          <p:nvPr userDrawn="1"/>
        </p:nvSpPr>
        <p:spPr>
          <a:xfrm>
            <a:off x="0" y="2364718"/>
            <a:ext cx="9144000" cy="4140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50000"/>
                  </a:schemeClr>
                </a:solidFill>
                <a:effectLst/>
                <a:uLnTx/>
                <a:uFillTx/>
                <a:latin typeface="+mn-lt"/>
                <a:ea typeface="+mn-ea"/>
                <a:cs typeface="+mn-cs"/>
              </a:rPr>
              <a:t>www.</a:t>
            </a:r>
            <a:r>
              <a:rPr kumimoji="0" lang="en-US" sz="2800" b="0" i="0" u="none" strike="noStrike" kern="1200" cap="none" spc="0" normalizeH="0" baseline="0" noProof="0" dirty="0">
                <a:ln>
                  <a:noFill/>
                </a:ln>
                <a:solidFill>
                  <a:srgbClr val="A5CD00"/>
                </a:solidFill>
                <a:effectLst/>
                <a:uLnTx/>
                <a:uFillTx/>
                <a:latin typeface="+mn-lt"/>
                <a:ea typeface="+mn-ea"/>
                <a:cs typeface="+mn-cs"/>
              </a:rPr>
              <a:t>PresentationGO</a:t>
            </a:r>
            <a:r>
              <a:rPr kumimoji="0" lang="en-US" sz="2000" b="0" i="0" u="none" strike="noStrike" kern="1200" cap="none" spc="0" normalizeH="0" baseline="0" noProof="0" dirty="0">
                <a:ln>
                  <a:noFill/>
                </a:ln>
                <a:solidFill>
                  <a:schemeClr val="bg1">
                    <a:lumMod val="50000"/>
                  </a:schemeClr>
                </a:solidFill>
                <a:effectLst/>
                <a:uLnTx/>
                <a:uFillTx/>
                <a:latin typeface="+mn-lt"/>
                <a:ea typeface="+mn-ea"/>
                <a:cs typeface="+mn-cs"/>
              </a:rPr>
              <a:t>.com</a:t>
            </a:r>
            <a:endParaRPr kumimoji="0" lang="en-US" sz="2800" b="0" i="0" u="none" strike="noStrike" kern="1200" cap="none" spc="0" normalizeH="0" baseline="0" noProof="0" dirty="0">
              <a:ln>
                <a:noFill/>
              </a:ln>
              <a:solidFill>
                <a:schemeClr val="bg1">
                  <a:lumMod val="50000"/>
                </a:schemeClr>
              </a:solidFill>
              <a:effectLst/>
              <a:uLnTx/>
              <a:uFillTx/>
              <a:latin typeface="+mn-lt"/>
              <a:ea typeface="+mn-ea"/>
              <a:cs typeface="+mn-cs"/>
            </a:endParaRPr>
          </a:p>
        </p:txBody>
      </p:sp>
      <p:sp>
        <p:nvSpPr>
          <p:cNvPr id="6" name="Rectangle 5">
            <a:hlinkClick r:id="rId2"/>
          </p:cNvPr>
          <p:cNvSpPr/>
          <p:nvPr userDrawn="1"/>
        </p:nvSpPr>
        <p:spPr>
          <a:xfrm>
            <a:off x="2048935" y="2303794"/>
            <a:ext cx="5046133" cy="535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userDrawn="1"/>
        </p:nvSpPr>
        <p:spPr>
          <a:xfrm>
            <a:off x="2747216" y="4591049"/>
            <a:ext cx="3649589" cy="369332"/>
          </a:xfrm>
          <a:prstGeom prst="rect">
            <a:avLst/>
          </a:prstGeom>
          <a:noFill/>
        </p:spPr>
        <p:txBody>
          <a:bodyPr wrap="none" rtlCol="0" anchor="ctr">
            <a:spAutoFit/>
          </a:bodyPr>
          <a:lstStyle/>
          <a:p>
            <a:pPr algn="ctr"/>
            <a:r>
              <a:rPr lang="en-US" dirty="0">
                <a:solidFill>
                  <a:srgbClr val="A5CD00"/>
                </a:solidFill>
              </a:rPr>
              <a:t>T</a:t>
            </a:r>
            <a:r>
              <a:rPr lang="en-US" baseline="0" dirty="0">
                <a:solidFill>
                  <a:srgbClr val="A5CD00"/>
                </a:solidFill>
              </a:rPr>
              <a:t>he free PowerPoint template library</a:t>
            </a:r>
            <a:endParaRPr lang="en-US" dirty="0">
              <a:solidFill>
                <a:srgbClr val="A5CD00"/>
              </a:solidFill>
            </a:endParaRPr>
          </a:p>
        </p:txBody>
      </p:sp>
      <p:sp>
        <p:nvSpPr>
          <p:cNvPr id="8" name="TextBox 7"/>
          <p:cNvSpPr txBox="1"/>
          <p:nvPr userDrawn="1"/>
        </p:nvSpPr>
        <p:spPr>
          <a:xfrm>
            <a:off x="3459936" y="1974850"/>
            <a:ext cx="2224134" cy="369332"/>
          </a:xfrm>
          <a:prstGeom prst="rect">
            <a:avLst/>
          </a:prstGeom>
          <a:noFill/>
        </p:spPr>
        <p:txBody>
          <a:bodyPr wrap="none" rtlCol="0" anchor="ctr">
            <a:spAutoFit/>
          </a:bodyPr>
          <a:lstStyle/>
          <a:p>
            <a:pPr algn="ctr"/>
            <a:r>
              <a:rPr lang="en-US" dirty="0">
                <a:solidFill>
                  <a:schemeClr val="bg1"/>
                </a:solidFill>
                <a:effectLst/>
              </a:rPr>
              <a:t>Designed</a:t>
            </a:r>
            <a:r>
              <a:rPr lang="en-US" baseline="0" dirty="0">
                <a:solidFill>
                  <a:schemeClr val="bg1"/>
                </a:solidFill>
                <a:effectLst/>
              </a:rPr>
              <a:t> with         by</a:t>
            </a:r>
            <a:endParaRPr lang="en-US" dirty="0">
              <a:solidFill>
                <a:schemeClr val="bg1"/>
              </a:solidFill>
              <a:effectLst/>
            </a:endParaRPr>
          </a:p>
        </p:txBody>
      </p:sp>
      <p:sp>
        <p:nvSpPr>
          <p:cNvPr id="9" name="Freeform 290"/>
          <p:cNvSpPr/>
          <p:nvPr userDrawn="1"/>
        </p:nvSpPr>
        <p:spPr>
          <a:xfrm>
            <a:off x="4977441" y="2029355"/>
            <a:ext cx="261456" cy="167993"/>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rgbClr val="D9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20419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p:txBody>
          <a:bodyPr/>
          <a:lstStyle/>
          <a:p>
            <a:fld id="{81A9E46F-7BA3-46CF-8DB8-B01995389C81}" type="slidenum">
              <a:rPr lang="en-US" smtClean="0"/>
              <a:pPr/>
              <a:t>‹#›</a:t>
            </a:fld>
            <a:endParaRPr lang="en-US" dirty="0"/>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buClr>
                <a:schemeClr val="accent1"/>
              </a:buClr>
              <a:defRPr/>
            </a:lvl2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0"/>
            <a:ext cx="7772400" cy="1650206"/>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solidFill>
                <a:schemeClr val="accent3">
                  <a:shade val="75000"/>
                </a:schemeClr>
              </a:solidFill>
            </a:endParaRPr>
          </a:p>
        </p:txBody>
      </p:sp>
      <p:cxnSp>
        <p:nvCxnSpPr>
          <p:cNvPr id="7" name="Straight Connector 6"/>
          <p:cNvCxnSpPr/>
          <p:nvPr/>
        </p:nvCxnSpPr>
        <p:spPr>
          <a:xfrm>
            <a:off x="731520" y="344957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8" name="Footer Placeholder 7"/>
          <p:cNvSpPr>
            <a:spLocks noGrp="1"/>
          </p:cNvSpPr>
          <p:nvPr>
            <p:ph type="ftr" sz="quarter" idx="11"/>
          </p:nvPr>
        </p:nvSpPr>
        <p:spPr/>
        <p:txBody>
          <a:bodyPr/>
          <a:lstStyle/>
          <a:p>
            <a:endParaRPr kumimoji="0" lang="en-US" dirty="0"/>
          </a:p>
        </p:txBody>
      </p:sp>
      <p:sp>
        <p:nvSpPr>
          <p:cNvPr id="9" name="Slide Number Placeholder 8"/>
          <p:cNvSpPr>
            <a:spLocks noGrp="1"/>
          </p:cNvSpPr>
          <p:nvPr>
            <p:ph type="sldNum" sz="quarter" idx="12"/>
          </p:nvPr>
        </p:nvSpPr>
        <p:spPr/>
        <p:txBody>
          <a:bodyPr/>
          <a:lstStyle/>
          <a:p>
            <a:pPr algn="ctr" eaLnBrk="1" latinLnBrk="0" hangingPunct="1"/>
            <a:fld id="{2C6B1FF6-39B9-40F5-8B67-33C6354A3D4F}" type="slidenum">
              <a:rPr kumimoji="0" lang="en-US" smtClean="0"/>
              <a:pPr algn="ctr" eaLnBrk="1" latinLnBrk="0" hangingPunct="1"/>
              <a:t>‹#›</a:t>
            </a:fld>
            <a:endParaRPr kumimoji="0" lang="en-US" dirty="0"/>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3" name="Footer Placeholder 2"/>
          <p:cNvSpPr>
            <a:spLocks noGrp="1"/>
          </p:cNvSpPr>
          <p:nvPr>
            <p:ph type="ftr" sz="quarter" idx="11"/>
          </p:nvPr>
        </p:nvSpPr>
        <p:spPr/>
        <p:txBody>
          <a:bodyPr/>
          <a:lstStyle/>
          <a:p>
            <a:endParaRPr kumimoji="0" lang="en-US" dirty="0"/>
          </a:p>
        </p:txBody>
      </p:sp>
      <p:sp>
        <p:nvSpPr>
          <p:cNvPr id="4" name="Slide Number Placeholder 3"/>
          <p:cNvSpPr>
            <a:spLocks noGrp="1"/>
          </p:cNvSpPr>
          <p:nvPr>
            <p:ph type="sldNum" sz="quarter" idx="12"/>
          </p:nvPr>
        </p:nvSpPr>
        <p:spPr/>
        <p:txBody>
          <a:bodyPr/>
          <a:lstStyle/>
          <a:p>
            <a:fld id="{2C6B1FF6-39B9-40F5-8B67-33C6354A3D4F}" type="slidenum">
              <a:rPr kumimoji="0" lang="en-US" smtClean="0"/>
              <a:pPr/>
              <a:t>‹#›</a:t>
            </a:fld>
            <a:endParaRPr kumimoji="0" lang="en-US" dirty="0">
              <a:solidFill>
                <a:srgbClr val="FFFFFF"/>
              </a:solidFil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a:t>
            </a:fld>
            <a:endParaRPr kumimoji="0" lang="en-US" dirty="0">
              <a:solidFill>
                <a:schemeClr val="accent3">
                  <a:shade val="75000"/>
                </a:schemeClr>
              </a:solidFill>
            </a:endParaRPr>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1D778-B565-4D7E-94D7-64010A445B68}"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3" name="Google Shape;23;p4"/>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720000" y="1430950"/>
            <a:ext cx="7704000" cy="317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914400" lvl="1" indent="-30480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371600" lvl="2"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1828800" lvl="3"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2286000" lvl="4"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2743200" lvl="5"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3200400" lvl="6"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3657600" lvl="7"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4114800" lvl="8"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3.xml"/><Relationship Id="rId1" Type="http://schemas.openxmlformats.org/officeDocument/2006/relationships/slideLayout" Target="../slideLayouts/slideLayout6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6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theme" Target="../theme/theme4.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image" Target="../media/image37.png"/><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hyperlink" Target="http://www.presentationgo.com/" TargetMode="Externa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6.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050" y="535000"/>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Josefin Sans"/>
              <a:buNone/>
              <a:defRPr sz="2500">
                <a:solidFill>
                  <a:schemeClr val="dk1"/>
                </a:solidFill>
                <a:latin typeface="Josefin Sans"/>
                <a:ea typeface="Josefin Sans"/>
                <a:cs typeface="Josefin Sans"/>
                <a:sym typeface="Josefin Sans"/>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560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1pPr>
            <a:lvl2pPr marL="914400" lvl="1"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2pPr>
            <a:lvl3pPr marL="1371600" lvl="2"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3pPr>
            <a:lvl4pPr marL="1828800" lvl="3"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4pPr>
            <a:lvl5pPr marL="2286000" lvl="4"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5pPr>
            <a:lvl6pPr marL="2743200" lvl="5"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6pPr>
            <a:lvl7pPr marL="3200400" lvl="6"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7pPr>
            <a:lvl8pPr marL="3657600" lvl="7"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8pPr>
            <a:lvl9pPr marL="4114800" lvl="8"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 id="2147483716" r:id="rId42"/>
    <p:sldLayoutId id="2147483717" r:id="rId43"/>
    <p:sldLayoutId id="2147483718" r:id="rId44"/>
    <p:sldLayoutId id="2147483719" r:id="rId45"/>
    <p:sldLayoutId id="2147483720" r:id="rId46"/>
    <p:sldLayoutId id="2147483721" r:id="rId47"/>
    <p:sldLayoutId id="2147483722" r:id="rId48"/>
    <p:sldLayoutId id="2147483723" r:id="rId49"/>
    <p:sldLayoutId id="2147483724" r:id="rId50"/>
    <p:sldLayoutId id="2147483725" r:id="rId51"/>
    <p:sldLayoutId id="2147483726" r:id="rId52"/>
    <p:sldLayoutId id="2147483727" r:id="rId53"/>
    <p:sldLayoutId id="2147483728" r:id="rId54"/>
    <p:sldLayoutId id="2147483729" r:id="rId55"/>
    <p:sldLayoutId id="2147483730" r:id="rId56"/>
    <p:sldLayoutId id="2147483731" r:id="rId57"/>
    <p:sldLayoutId id="2147483732" r:id="rId58"/>
    <p:sldLayoutId id="2147483733" r:id="rId59"/>
    <p:sldLayoutId id="2147483734" r:id="rId60"/>
    <p:sldLayoutId id="2147483735" r:id="rId6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19"/>
        <p:cNvGrpSpPr/>
        <p:nvPr/>
      </p:nvGrpSpPr>
      <p:grpSpPr>
        <a:xfrm>
          <a:off x="0" y="0"/>
          <a:ext cx="0" cy="0"/>
          <a:chOff x="0" y="0"/>
          <a:chExt cx="0" cy="0"/>
        </a:xfrm>
      </p:grpSpPr>
      <p:sp>
        <p:nvSpPr>
          <p:cNvPr id="520" name="Google Shape;520;p6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521" name="Google Shape;521;p6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37" r:id="rId1"/>
    <p:sldLayoutId id="2147483738"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25"/>
        <p:cNvGrpSpPr/>
        <p:nvPr/>
      </p:nvGrpSpPr>
      <p:grpSpPr>
        <a:xfrm>
          <a:off x="0" y="0"/>
          <a:ext cx="0" cy="0"/>
          <a:chOff x="0" y="0"/>
          <a:chExt cx="0" cy="0"/>
        </a:xfrm>
      </p:grpSpPr>
      <p:sp>
        <p:nvSpPr>
          <p:cNvPr id="526" name="Google Shape;526;p66"/>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527" name="Google Shape;527;p66"/>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40" r:id="rId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F3F1FC"/>
            </a:gs>
            <a:gs pos="74000">
              <a:srgbClr val="BFCBD9"/>
            </a:gs>
            <a:gs pos="83000">
              <a:srgbClr val="BFCBD9"/>
            </a:gs>
            <a:gs pos="100000">
              <a:srgbClr val="BFCBD9"/>
            </a:gs>
          </a:gsLst>
          <a:lin ang="2700000" scaled="1"/>
          <a:tileRect/>
        </a:gra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ABCEAB2-FBDF-46DE-8DD3-07B5136284FA}"/>
              </a:ext>
            </a:extLst>
          </p:cNvPr>
          <p:cNvSpPr/>
          <p:nvPr/>
        </p:nvSpPr>
        <p:spPr>
          <a:xfrm>
            <a:off x="1371600" y="1171576"/>
            <a:ext cx="7143750" cy="3416300"/>
          </a:xfrm>
          <a:prstGeom prst="rect">
            <a:avLst/>
          </a:prstGeom>
          <a:effectLst>
            <a:outerShdw blurRad="711200" dist="393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23" name="Rectangle: Rounded Corners 22">
            <a:extLst>
              <a:ext uri="{FF2B5EF4-FFF2-40B4-BE49-F238E27FC236}">
                <a16:creationId xmlns:a16="http://schemas.microsoft.com/office/drawing/2014/main" id="{27E6ECE6-8137-4F41-A6F0-DC9623651236}"/>
              </a:ext>
            </a:extLst>
          </p:cNvPr>
          <p:cNvSpPr/>
          <p:nvPr/>
        </p:nvSpPr>
        <p:spPr>
          <a:xfrm>
            <a:off x="356109" y="356108"/>
            <a:ext cx="8431785" cy="4431285"/>
          </a:xfrm>
          <a:prstGeom prst="roundRect">
            <a:avLst>
              <a:gd name="adj" fmla="val 1770"/>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0" name="Freeform: Shape 29">
            <a:extLst>
              <a:ext uri="{FF2B5EF4-FFF2-40B4-BE49-F238E27FC236}">
                <a16:creationId xmlns:a16="http://schemas.microsoft.com/office/drawing/2014/main" id="{912DC555-B169-430C-85D9-8F1BCAF97743}"/>
              </a:ext>
            </a:extLst>
          </p:cNvPr>
          <p:cNvSpPr/>
          <p:nvPr/>
        </p:nvSpPr>
        <p:spPr>
          <a:xfrm>
            <a:off x="356109" y="354286"/>
            <a:ext cx="8431785" cy="1023223"/>
          </a:xfrm>
          <a:custGeom>
            <a:avLst/>
            <a:gdLst>
              <a:gd name="connsiteX0" fmla="*/ 104578 w 11242380"/>
              <a:gd name="connsiteY0" fmla="*/ 0 h 1364297"/>
              <a:gd name="connsiteX1" fmla="*/ 11137802 w 11242380"/>
              <a:gd name="connsiteY1" fmla="*/ 0 h 1364297"/>
              <a:gd name="connsiteX2" fmla="*/ 11242380 w 11242380"/>
              <a:gd name="connsiteY2" fmla="*/ 104578 h 1364297"/>
              <a:gd name="connsiteX3" fmla="*/ 11242380 w 11242380"/>
              <a:gd name="connsiteY3" fmla="*/ 1364297 h 1364297"/>
              <a:gd name="connsiteX4" fmla="*/ 0 w 11242380"/>
              <a:gd name="connsiteY4" fmla="*/ 1364297 h 1364297"/>
              <a:gd name="connsiteX5" fmla="*/ 0 w 11242380"/>
              <a:gd name="connsiteY5" fmla="*/ 104578 h 1364297"/>
              <a:gd name="connsiteX6" fmla="*/ 104578 w 11242380"/>
              <a:gd name="connsiteY6" fmla="*/ 0 h 136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42380" h="1364297">
                <a:moveTo>
                  <a:pt x="104578" y="0"/>
                </a:moveTo>
                <a:lnTo>
                  <a:pt x="11137802" y="0"/>
                </a:lnTo>
                <a:cubicBezTo>
                  <a:pt x="11195559" y="0"/>
                  <a:pt x="11242380" y="46821"/>
                  <a:pt x="11242380" y="104578"/>
                </a:cubicBezTo>
                <a:lnTo>
                  <a:pt x="11242380" y="1364297"/>
                </a:lnTo>
                <a:lnTo>
                  <a:pt x="0" y="1364297"/>
                </a:lnTo>
                <a:lnTo>
                  <a:pt x="0" y="104578"/>
                </a:lnTo>
                <a:cubicBezTo>
                  <a:pt x="0" y="46821"/>
                  <a:pt x="46821" y="0"/>
                  <a:pt x="104578" y="0"/>
                </a:cubicBezTo>
                <a:close/>
              </a:path>
            </a:pathLst>
          </a:custGeom>
          <a:gradFill>
            <a:gsLst>
              <a:gs pos="0">
                <a:srgbClr val="33CAFF"/>
              </a:gs>
              <a:gs pos="74000">
                <a:srgbClr val="4C8BFD"/>
              </a:gs>
              <a:gs pos="83000">
                <a:srgbClr val="4C8BFD"/>
              </a:gs>
              <a:gs pos="100000">
                <a:srgbClr val="4C8BFD"/>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US" sz="1350" dirty="0"/>
          </a:p>
        </p:txBody>
      </p:sp>
      <p:sp>
        <p:nvSpPr>
          <p:cNvPr id="3" name="Text Placeholder 2"/>
          <p:cNvSpPr>
            <a:spLocks noGrp="1"/>
          </p:cNvSpPr>
          <p:nvPr>
            <p:ph type="body" idx="1"/>
          </p:nvPr>
        </p:nvSpPr>
        <p:spPr>
          <a:xfrm>
            <a:off x="628650" y="1533523"/>
            <a:ext cx="7886700" cy="32461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834955"/>
            <a:ext cx="2057400" cy="274637"/>
          </a:xfrm>
          <a:prstGeom prst="rect">
            <a:avLst/>
          </a:prstGeom>
        </p:spPr>
        <p:txBody>
          <a:bodyPr vert="horz" lIns="91440" tIns="45720" rIns="91440" bIns="45720" rtlCol="0" anchor="ctr"/>
          <a:lstStyle>
            <a:lvl1pPr>
              <a:defRPr lang="en-US" sz="1200" smtClean="0">
                <a:solidFill>
                  <a:srgbClr val="5D686E"/>
                </a:solidFill>
              </a:defRPr>
            </a:lvl1pPr>
          </a:lstStyle>
          <a:p>
            <a:r>
              <a:rPr lang="en-US" dirty="0"/>
              <a:t>Your Date Here</a:t>
            </a:r>
          </a:p>
        </p:txBody>
      </p:sp>
      <p:sp>
        <p:nvSpPr>
          <p:cNvPr id="5" name="Footer Placeholder 4"/>
          <p:cNvSpPr>
            <a:spLocks noGrp="1"/>
          </p:cNvSpPr>
          <p:nvPr>
            <p:ph type="ftr" sz="quarter" idx="3"/>
          </p:nvPr>
        </p:nvSpPr>
        <p:spPr>
          <a:xfrm>
            <a:off x="3028950" y="4834955"/>
            <a:ext cx="3086100" cy="274637"/>
          </a:xfrm>
          <a:prstGeom prst="rect">
            <a:avLst/>
          </a:prstGeom>
        </p:spPr>
        <p:txBody>
          <a:bodyPr vert="horz" lIns="91440" tIns="45720" rIns="91440" bIns="45720" rtlCol="0" anchor="ctr"/>
          <a:lstStyle>
            <a:lvl1pPr algn="ctr">
              <a:defRPr lang="en-US" sz="1200" smtClean="0">
                <a:solidFill>
                  <a:srgbClr val="5D686E"/>
                </a:solidFill>
              </a:defRPr>
            </a:lvl1pPr>
          </a:lstStyle>
          <a:p>
            <a:r>
              <a:rPr lang="en-US" dirty="0"/>
              <a:t>Your Footer Here</a:t>
            </a:r>
          </a:p>
        </p:txBody>
      </p:sp>
      <p:sp>
        <p:nvSpPr>
          <p:cNvPr id="6" name="Slide Number Placeholder 5"/>
          <p:cNvSpPr>
            <a:spLocks noGrp="1"/>
          </p:cNvSpPr>
          <p:nvPr>
            <p:ph type="sldNum" sz="quarter" idx="4"/>
          </p:nvPr>
        </p:nvSpPr>
        <p:spPr>
          <a:xfrm>
            <a:off x="6457950" y="4834955"/>
            <a:ext cx="2057400" cy="274637"/>
          </a:xfrm>
          <a:prstGeom prst="rect">
            <a:avLst/>
          </a:prstGeom>
        </p:spPr>
        <p:txBody>
          <a:bodyPr vert="horz" lIns="91440" tIns="45720" rIns="91440" bIns="45720" rtlCol="0" anchor="ctr"/>
          <a:lstStyle>
            <a:lvl1pPr>
              <a:defRPr lang="en-US" sz="1200" smtClean="0">
                <a:solidFill>
                  <a:srgbClr val="5D686E"/>
                </a:solidFill>
              </a:defRPr>
            </a:lvl1pPr>
          </a:lstStyle>
          <a:p>
            <a:pPr algn="r"/>
            <a:fld id="{1C0DB9A4-7C00-41BB-B303-4E91C20728DD}" type="slidenum">
              <a:rPr lang="en-US" smtClean="0"/>
              <a:pPr algn="r"/>
              <a:t>‹#›</a:t>
            </a:fld>
            <a:endParaRPr lang="en-US" dirty="0"/>
          </a:p>
        </p:txBody>
      </p:sp>
      <p:sp>
        <p:nvSpPr>
          <p:cNvPr id="2" name="Title Placeholder 1"/>
          <p:cNvSpPr>
            <a:spLocks noGrp="1"/>
          </p:cNvSpPr>
          <p:nvPr>
            <p:ph type="title"/>
          </p:nvPr>
        </p:nvSpPr>
        <p:spPr>
          <a:xfrm>
            <a:off x="628650" y="363856"/>
            <a:ext cx="7886700" cy="1013652"/>
          </a:xfrm>
          <a:prstGeom prst="rect">
            <a:avLst/>
          </a:prstGeom>
        </p:spPr>
        <p:txBody>
          <a:bodyPr vert="horz" lIns="91440" tIns="45720" rIns="91440" bIns="45720" rtlCol="0" anchor="ctr">
            <a:normAutofit/>
          </a:bodyPr>
          <a:lstStyle/>
          <a:p>
            <a:r>
              <a:rPr lang="en-US"/>
              <a:t>Click to edit Master title style</a:t>
            </a:r>
          </a:p>
        </p:txBody>
      </p:sp>
      <p:sp>
        <p:nvSpPr>
          <p:cNvPr id="16" name="Rectangle 15">
            <a:extLst>
              <a:ext uri="{FF2B5EF4-FFF2-40B4-BE49-F238E27FC236}">
                <a16:creationId xmlns:a16="http://schemas.microsoft.com/office/drawing/2014/main" id="{050A3E62-9D04-42CF-968F-5F6E2C124DB8}"/>
              </a:ext>
            </a:extLst>
          </p:cNvPr>
          <p:cNvSpPr/>
          <p:nvPr/>
        </p:nvSpPr>
        <p:spPr>
          <a:xfrm>
            <a:off x="-88899" y="5219701"/>
            <a:ext cx="1564852" cy="261610"/>
          </a:xfrm>
          <a:prstGeom prst="rect">
            <a:avLst/>
          </a:prstGeom>
        </p:spPr>
        <p:txBody>
          <a:bodyPr wrap="none">
            <a:spAutoFit/>
          </a:bodyPr>
          <a:lstStyle/>
          <a:p>
            <a:r>
              <a:rPr lang="en-US" sz="1100" b="0" i="0" dirty="0">
                <a:solidFill>
                  <a:srgbClr val="555555"/>
                </a:solidFill>
                <a:effectLst/>
                <a:latin typeface="Open Sans" panose="020B0606030504020204" pitchFamily="34" charset="0"/>
              </a:rPr>
              <a:t>© </a:t>
            </a:r>
            <a:r>
              <a:rPr lang="en-US" sz="1100" b="0" i="0" u="none" strike="noStrike" dirty="0">
                <a:solidFill>
                  <a:srgbClr val="A5CD28"/>
                </a:solidFill>
                <a:effectLst/>
                <a:latin typeface="Open Sans" panose="020B0606030504020204" pitchFamily="34" charset="0"/>
                <a:hlinkClick r:id="rId14" tooltip="PresentationGo!"/>
              </a:rPr>
              <a:t>presentationgo.com</a:t>
            </a:r>
            <a:endParaRPr lang="en-US" sz="1100" dirty="0"/>
          </a:p>
        </p:txBody>
      </p:sp>
      <p:grpSp>
        <p:nvGrpSpPr>
          <p:cNvPr id="7" name="Group 16">
            <a:extLst>
              <a:ext uri="{FF2B5EF4-FFF2-40B4-BE49-F238E27FC236}">
                <a16:creationId xmlns:a16="http://schemas.microsoft.com/office/drawing/2014/main" id="{B356D5FC-88A6-4DDA-911C-2AF338BB6929}"/>
              </a:ext>
            </a:extLst>
          </p:cNvPr>
          <p:cNvGrpSpPr/>
          <p:nvPr/>
        </p:nvGrpSpPr>
        <p:grpSpPr>
          <a:xfrm>
            <a:off x="-1654908" y="-55353"/>
            <a:ext cx="1556359" cy="520664"/>
            <a:chOff x="-2096383" y="21447"/>
            <a:chExt cx="1556359" cy="694218"/>
          </a:xfrm>
        </p:grpSpPr>
        <p:sp>
          <p:nvSpPr>
            <p:cNvPr id="18" name="TextBox 17">
              <a:extLst>
                <a:ext uri="{FF2B5EF4-FFF2-40B4-BE49-F238E27FC236}">
                  <a16:creationId xmlns:a16="http://schemas.microsoft.com/office/drawing/2014/main" id="{52DEBD7C-F558-4D4F-8E49-929D46967D92}"/>
                </a:ext>
              </a:extLst>
            </p:cNvPr>
            <p:cNvSpPr txBox="1"/>
            <p:nvPr userDrawn="1"/>
          </p:nvSpPr>
          <p:spPr>
            <a:xfrm>
              <a:off x="-2096383" y="21447"/>
              <a:ext cx="369012" cy="328295"/>
            </a:xfrm>
            <a:prstGeom prst="rect">
              <a:avLst/>
            </a:prstGeom>
            <a:noFill/>
          </p:spPr>
          <p:txBody>
            <a:bodyPr wrap="none" rtlCol="0">
              <a:spAutoFit/>
            </a:bodyPr>
            <a:lstStyle/>
            <a:p>
              <a:r>
                <a:rPr lang="en-US" sz="1000" dirty="0">
                  <a:latin typeface="Open Sans" panose="020B0606030504020204" pitchFamily="34" charset="0"/>
                  <a:ea typeface="Open Sans" panose="020B0606030504020204" pitchFamily="34" charset="0"/>
                  <a:cs typeface="Open Sans" panose="020B0606030504020204" pitchFamily="34" charset="0"/>
                </a:rPr>
                <a:t>By:</a:t>
              </a:r>
            </a:p>
          </p:txBody>
        </p:sp>
        <p:sp>
          <p:nvSpPr>
            <p:cNvPr id="19" name="TextBox 18">
              <a:extLst>
                <a:ext uri="{FF2B5EF4-FFF2-40B4-BE49-F238E27FC236}">
                  <a16:creationId xmlns:a16="http://schemas.microsoft.com/office/drawing/2014/main" id="{8C9E32DC-7D1B-4F0A-8A94-9976C83581EE}"/>
                </a:ext>
              </a:extLst>
            </p:cNvPr>
            <p:cNvSpPr txBox="1"/>
            <p:nvPr userDrawn="1"/>
          </p:nvSpPr>
          <p:spPr>
            <a:xfrm>
              <a:off x="-1002010" y="387370"/>
              <a:ext cx="461986" cy="328295"/>
            </a:xfrm>
            <a:prstGeom prst="rect">
              <a:avLst/>
            </a:prstGeom>
            <a:noFill/>
          </p:spPr>
          <p:txBody>
            <a:bodyPr wrap="none" rtlCol="0">
              <a:spAutoFit/>
            </a:bodyPr>
            <a:lstStyle/>
            <a:p>
              <a:r>
                <a:rPr lang="en-US" sz="1000" dirty="0">
                  <a:latin typeface="Open Sans" panose="020B0606030504020204" pitchFamily="34" charset="0"/>
                  <a:ea typeface="Open Sans" panose="020B0606030504020204" pitchFamily="34" charset="0"/>
                  <a:cs typeface="Open Sans" panose="020B0606030504020204" pitchFamily="34" charset="0"/>
                </a:rPr>
                <a:t>.com</a:t>
              </a:r>
            </a:p>
          </p:txBody>
        </p:sp>
        <p:pic>
          <p:nvPicPr>
            <p:cNvPr id="20" name="Picture 19">
              <a:extLst>
                <a:ext uri="{FF2B5EF4-FFF2-40B4-BE49-F238E27FC236}">
                  <a16:creationId xmlns:a16="http://schemas.microsoft.com/office/drawing/2014/main" id="{CDF23B40-7BE1-43AB-84F8-8890236A61DB}"/>
                </a:ext>
              </a:extLst>
            </p:cNvPr>
            <p:cNvPicPr>
              <a:picLocks noChangeAspect="1"/>
            </p:cNvPicPr>
            <p:nvPr userDrawn="1"/>
          </p:nvPicPr>
          <p:blipFill>
            <a:blip r:embed="rId15" cstate="print"/>
            <a:stretch>
              <a:fillRect/>
            </a:stretch>
          </p:blipFill>
          <p:spPr>
            <a:xfrm>
              <a:off x="-2018604" y="234547"/>
              <a:ext cx="1405251" cy="185944"/>
            </a:xfrm>
            <a:prstGeom prst="rect">
              <a:avLst/>
            </a:prstGeom>
          </p:spPr>
        </p:pic>
      </p:grpSp>
    </p:spTree>
    <p:extLst>
      <p:ext uri="{BB962C8B-B14F-4D97-AF65-F5344CB8AC3E}">
        <p14:creationId xmlns:p14="http://schemas.microsoft.com/office/powerpoint/2010/main" val="2371512705"/>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Lst>
  <p:txStyles>
    <p:titleStyle>
      <a:lvl1pPr algn="l" defTabSz="914378" rtl="0" eaLnBrk="1" latinLnBrk="0" hangingPunct="1">
        <a:lnSpc>
          <a:spcPct val="90000"/>
        </a:lnSpc>
        <a:spcBef>
          <a:spcPct val="0"/>
        </a:spcBef>
        <a:buNone/>
        <a:defRPr sz="4050" kern="1200" cap="all" baseline="0">
          <a:solidFill>
            <a:schemeClr val="bg1"/>
          </a:solidFill>
          <a:latin typeface="+mn-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rgbClr val="5D686E"/>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rgbClr val="5D686E"/>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rgbClr val="5D686E"/>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rgbClr val="5D686E"/>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rgbClr val="5D686E"/>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323A4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97E942A-26CB-4FC8-A61F-ED7BAF06B75B}" type="datetimeFigureOut">
              <a:rPr lang="en-US" smtClean="0"/>
              <a:pPr/>
              <a:t>5/27/2026</a:t>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C86EDDA2-A385-4D53-9944-861446547DDE}" type="slidenum">
              <a:rPr lang="en-US" smtClean="0"/>
              <a:pPr/>
              <a:t>‹#›</a:t>
            </a:fld>
            <a:endParaRPr lang="en-US" dirty="0"/>
          </a:p>
        </p:txBody>
      </p:sp>
    </p:spTree>
    <p:extLst>
      <p:ext uri="{BB962C8B-B14F-4D97-AF65-F5344CB8AC3E}">
        <p14:creationId xmlns:p14="http://schemas.microsoft.com/office/powerpoint/2010/main" val="4056465630"/>
      </p:ext>
    </p:extLst>
  </p:cSld>
  <p:clrMap bg1="lt1" tx1="dk1" bg2="lt2" tx2="dk2" accent1="accent1" accent2="accent2" accent3="accent3" accent4="accent4" accent5="accent5" accent6="accent6" hlink="hlink" folHlink="folHlink"/>
  <p:sldLayoutIdLst>
    <p:sldLayoutId id="21474837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r>
              <a:rPr lang="en-US" dirty="0"/>
              <a:t>Χειμώνας 2011</a:t>
            </a:r>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r>
              <a:rPr lang="en-IN" dirty="0"/>
              <a:t>CS-409: </a:t>
            </a:r>
            <a:r>
              <a:rPr lang="el-GR"/>
              <a:t>Αντικειμενοστρεφής Προγραμματισμος</a:t>
            </a:r>
            <a:endParaRPr lang="en-US" dirty="0"/>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81A9E46F-7BA3-46CF-8DB8-B01995389C8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6"/>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6"/>
        </a:buClr>
        <a:buSzPct val="85000"/>
        <a:buFont typeface="Arial" pitchFamily="34" charset="0"/>
        <a:buChar char="•"/>
        <a:defRPr sz="2400" kern="1200">
          <a:solidFill>
            <a:schemeClr val="tx1"/>
          </a:solidFill>
          <a:latin typeface="+mn-lt"/>
          <a:ea typeface="+mn-ea"/>
          <a:cs typeface="+mn-cs"/>
        </a:defRPr>
      </a:lvl2pPr>
      <a:lvl3pPr marL="731520" indent="-182880" algn="l" defTabSz="914400" rtl="0" eaLnBrk="1" latinLnBrk="0" hangingPunct="1">
        <a:spcBef>
          <a:spcPct val="20000"/>
        </a:spcBef>
        <a:buClr>
          <a:schemeClr val="accent6"/>
        </a:buClr>
        <a:buSzPct val="90000"/>
        <a:buFont typeface="Arial" pitchFamily="34" charset="0"/>
        <a:buChar char="•"/>
        <a:defRPr sz="2000" kern="1200">
          <a:solidFill>
            <a:schemeClr val="tx1"/>
          </a:solidFill>
          <a:latin typeface="+mn-lt"/>
          <a:ea typeface="+mn-ea"/>
          <a:cs typeface="+mn-cs"/>
        </a:defRPr>
      </a:lvl3pPr>
      <a:lvl4pPr marL="1005840" indent="-182880" algn="l" defTabSz="914400" rtl="0" eaLnBrk="1" latinLnBrk="0" hangingPunct="1">
        <a:spcBef>
          <a:spcPct val="20000"/>
        </a:spcBef>
        <a:buClr>
          <a:schemeClr val="accent6"/>
        </a:buClr>
        <a:buFont typeface="Arial" pitchFamily="34" charset="0"/>
        <a:buChar char="•"/>
        <a:defRPr sz="1800" kern="1200">
          <a:solidFill>
            <a:schemeClr val="tx1"/>
          </a:solidFill>
          <a:latin typeface="+mn-lt"/>
          <a:ea typeface="+mn-ea"/>
          <a:cs typeface="+mn-cs"/>
        </a:defRPr>
      </a:lvl4pPr>
      <a:lvl5pPr marL="1188720" indent="-137160" algn="l" defTabSz="914400" rtl="0" eaLnBrk="1" latinLnBrk="0" hangingPunct="1">
        <a:spcBef>
          <a:spcPct val="20000"/>
        </a:spcBef>
        <a:buClr>
          <a:schemeClr val="accent6"/>
        </a:buClr>
        <a:buSzPct val="100000"/>
        <a:buFont typeface="Arial" pitchFamily="34" charset="0"/>
        <a:buChar char="•"/>
        <a:defRPr sz="16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4.xml"/><Relationship Id="rId1" Type="http://schemas.openxmlformats.org/officeDocument/2006/relationships/themeOverride" Target="../theme/themeOverride1.xml"/><Relationship Id="rId4" Type="http://schemas.openxmlformats.org/officeDocument/2006/relationships/image" Target="../media/image39.png"/></Relationships>
</file>

<file path=ppt/slides/_rels/slide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8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9.png"/><Relationship Id="rId1" Type="http://schemas.openxmlformats.org/officeDocument/2006/relationships/slideLayout" Target="../slideLayouts/slideLayout8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9.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9.xml"/></Relationships>
</file>

<file path=ppt/slides/_rels/slide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209346" y="267494"/>
            <a:ext cx="8749718" cy="1800200"/>
          </a:xfrm>
          <a:prstGeom prst="rect">
            <a:avLst/>
          </a:prstGeom>
          <a:noFill/>
          <a:ln>
            <a:noFill/>
          </a:ln>
        </p:spPr>
        <p:txBody>
          <a:bodyPr lIns="90000" tIns="45000" rIns="90000" bIns="45000" anchor="t">
            <a:noAutofit/>
          </a:bodyPr>
          <a:lstStyle/>
          <a:p>
            <a:pPr>
              <a:lnSpc>
                <a:spcPct val="100000"/>
              </a:lnSpc>
            </a:pPr>
            <a:r>
              <a:rPr lang="en-US" sz="2800" spc="-100" dirty="0">
                <a:solidFill>
                  <a:schemeClr val="tx2"/>
                </a:solidFill>
                <a:latin typeface="Bahnschrift SemiBold" pitchFamily="34" charset="0"/>
              </a:rPr>
              <a:t>FINAL YEAR RESEARCH PROJECT </a:t>
            </a:r>
          </a:p>
          <a:p>
            <a:pPr>
              <a:lnSpc>
                <a:spcPct val="100000"/>
              </a:lnSpc>
            </a:pPr>
            <a:r>
              <a:rPr lang="en-US" sz="2400" spc="-100" dirty="0">
                <a:solidFill>
                  <a:schemeClr val="tx2"/>
                </a:solidFill>
                <a:latin typeface="Bahnschrift SemiBold" pitchFamily="34" charset="0"/>
              </a:rPr>
              <a:t>End-Term Presentation</a:t>
            </a:r>
            <a:endParaRPr lang="en-US" sz="1100" dirty="0">
              <a:latin typeface="Bebas Neue"/>
            </a:endParaRPr>
          </a:p>
          <a:p>
            <a:pPr algn="ctr">
              <a:lnSpc>
                <a:spcPct val="100000"/>
              </a:lnSpc>
            </a:pPr>
            <a:br>
              <a:rPr lang="en-US" sz="1100" dirty="0">
                <a:latin typeface="Bebas Neue"/>
              </a:rPr>
            </a:br>
            <a:r>
              <a:rPr lang="en-US" sz="2800" b="1" spc="-1" dirty="0">
                <a:solidFill>
                  <a:srgbClr val="572314"/>
                </a:solidFill>
                <a:latin typeface="Bebas Neue" panose="020B0606020202050201" pitchFamily="34" charset="0"/>
                <a:cs typeface="Times New Roman" panose="02020603050405020304" pitchFamily="18" charset="0"/>
              </a:rPr>
              <a:t>AI BASED EARLY DISEASE RISK PREDICTION SYSTEM</a:t>
            </a:r>
          </a:p>
          <a:p>
            <a:pPr algn="ctr">
              <a:lnSpc>
                <a:spcPct val="100000"/>
              </a:lnSpc>
            </a:pPr>
            <a:r>
              <a:rPr lang="en-US" sz="2800" b="1" spc="-1" dirty="0">
                <a:solidFill>
                  <a:srgbClr val="572314"/>
                </a:solidFill>
                <a:latin typeface="Bebas Neue" panose="020B0606020202050201" pitchFamily="34" charset="0"/>
                <a:cs typeface="Times New Roman" panose="02020603050405020304" pitchFamily="18" charset="0"/>
              </a:rPr>
              <a:t> USING MACHINE LEARNING</a:t>
            </a:r>
            <a:endParaRPr lang="en-US" sz="2800" b="1" strike="noStrike" spc="-1" dirty="0">
              <a:solidFill>
                <a:srgbClr val="000000"/>
              </a:solidFill>
              <a:latin typeface="Bebas Neue" panose="020B0606020202050201" pitchFamily="34" charset="0"/>
              <a:cs typeface="Times New Roman" panose="02020603050405020304" pitchFamily="18" charset="0"/>
            </a:endParaRPr>
          </a:p>
        </p:txBody>
      </p:sp>
      <p:sp>
        <p:nvSpPr>
          <p:cNvPr id="95" name="TextShape 2"/>
          <p:cNvSpPr txBox="1"/>
          <p:nvPr/>
        </p:nvSpPr>
        <p:spPr>
          <a:xfrm>
            <a:off x="398612" y="2283718"/>
            <a:ext cx="6400440" cy="647730"/>
          </a:xfrm>
          <a:prstGeom prst="rect">
            <a:avLst/>
          </a:prstGeom>
          <a:noFill/>
          <a:ln>
            <a:noFill/>
          </a:ln>
        </p:spPr>
        <p:txBody>
          <a:bodyPr lIns="90000" tIns="0" rIns="90000" bIns="45000">
            <a:normAutofit fontScale="94000"/>
          </a:bodyPr>
          <a:lstStyle/>
          <a:p>
            <a:pPr marL="27360">
              <a:lnSpc>
                <a:spcPct val="100000"/>
              </a:lnSpc>
              <a:spcBef>
                <a:spcPts val="601"/>
              </a:spcBef>
            </a:pPr>
            <a:r>
              <a:rPr lang="en-IN" sz="1700" b="1" strike="noStrike" spc="-1" dirty="0">
                <a:solidFill>
                  <a:srgbClr val="0070C0"/>
                </a:solidFill>
                <a:latin typeface="Times New Roman" panose="02020603050405020304" pitchFamily="18" charset="0"/>
                <a:cs typeface="Times New Roman" panose="02020603050405020304" pitchFamily="18" charset="0"/>
              </a:rPr>
              <a:t>Supervised By</a:t>
            </a:r>
            <a:r>
              <a:rPr lang="en-IN" sz="1700" b="1" strike="noStrike" spc="-1" dirty="0">
                <a:solidFill>
                  <a:srgbClr val="361309"/>
                </a:solidFill>
                <a:latin typeface="Times New Roman" panose="02020603050405020304" pitchFamily="18" charset="0"/>
                <a:cs typeface="Times New Roman" panose="02020603050405020304" pitchFamily="18" charset="0"/>
              </a:rPr>
              <a:t>:</a:t>
            </a:r>
            <a:r>
              <a:rPr lang="en-IN" sz="1700" spc="-1" dirty="0">
                <a:latin typeface="Times New Roman" panose="02020603050405020304" pitchFamily="18" charset="0"/>
                <a:cs typeface="Times New Roman" panose="02020603050405020304" pitchFamily="18" charset="0"/>
              </a:rPr>
              <a:t> </a:t>
            </a:r>
            <a:r>
              <a:rPr lang="en-IN" sz="1700" b="1" spc="-1" dirty="0">
                <a:solidFill>
                  <a:srgbClr val="361309"/>
                </a:solidFill>
                <a:latin typeface="Times New Roman" panose="02020603050405020304" pitchFamily="18" charset="0"/>
                <a:cs typeface="Times New Roman" panose="02020603050405020304" pitchFamily="18" charset="0"/>
              </a:rPr>
              <a:t>Dr.  Bhanu Pratap Rajak </a:t>
            </a:r>
            <a:endParaRPr lang="en-IN" sz="1700" b="0" strike="noStrike" spc="-1" dirty="0">
              <a:latin typeface="Times New Roman" panose="02020603050405020304" pitchFamily="18" charset="0"/>
              <a:cs typeface="Times New Roman" panose="02020603050405020304" pitchFamily="18" charset="0"/>
            </a:endParaRPr>
          </a:p>
        </p:txBody>
      </p:sp>
      <p:sp>
        <p:nvSpPr>
          <p:cNvPr id="96" name="CustomShape 3"/>
          <p:cNvSpPr/>
          <p:nvPr/>
        </p:nvSpPr>
        <p:spPr>
          <a:xfrm>
            <a:off x="395536" y="2859782"/>
            <a:ext cx="3672408" cy="1598984"/>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IN" sz="1400" b="1" strike="noStrike" spc="-1" dirty="0">
                <a:solidFill>
                  <a:srgbClr val="0070C0"/>
                </a:solidFill>
                <a:latin typeface="Gill Sans MT" panose="020B0502020104020203" pitchFamily="34" charset="0"/>
                <a:cs typeface="Times New Roman" panose="02020603050405020304" pitchFamily="18" charset="0"/>
              </a:rPr>
              <a:t>Group No.: </a:t>
            </a:r>
            <a:r>
              <a:rPr lang="en-IN" sz="1400" b="1" strike="noStrike" spc="-1" dirty="0">
                <a:latin typeface="Gill Sans MT" panose="020B0502020104020203" pitchFamily="34" charset="0"/>
                <a:cs typeface="Times New Roman" panose="02020603050405020304" pitchFamily="18" charset="0"/>
              </a:rPr>
              <a:t>26-04</a:t>
            </a:r>
          </a:p>
          <a:p>
            <a:r>
              <a:rPr lang="en-IN" sz="1400" b="1" spc="-1" dirty="0">
                <a:solidFill>
                  <a:srgbClr val="000000"/>
                </a:solidFill>
                <a:latin typeface="Gill Sans MT"/>
              </a:rPr>
              <a:t>Name of the Student(s) with Regd. No.:</a:t>
            </a:r>
            <a:endParaRPr lang="en-IN" sz="1400" spc="-1" dirty="0"/>
          </a:p>
          <a:p>
            <a:pPr>
              <a:lnSpc>
                <a:spcPct val="100000"/>
              </a:lnSpc>
            </a:pPr>
            <a:endParaRPr lang="en-IN" sz="1400" b="1" spc="-1" dirty="0">
              <a:solidFill>
                <a:srgbClr val="0070C0"/>
              </a:solidFill>
              <a:latin typeface="Times New Roman" panose="02020603050405020304" pitchFamily="18" charset="0"/>
              <a:cs typeface="Times New Roman" panose="02020603050405020304" pitchFamily="18" charset="0"/>
            </a:endParaRPr>
          </a:p>
          <a:p>
            <a:pPr marL="342900" indent="-342900">
              <a:buFontTx/>
              <a:buAutoNum type="arabicPeriod"/>
            </a:pPr>
            <a:r>
              <a:rPr lang="en-IN" sz="1400" b="1" dirty="0">
                <a:latin typeface="Times New Roman" panose="02020603050405020304" pitchFamily="18" charset="0"/>
                <a:cs typeface="Times New Roman" panose="02020603050405020304" pitchFamily="18" charset="0"/>
              </a:rPr>
              <a:t>Priyansu Nayak – 2241014108</a:t>
            </a:r>
            <a:endParaRPr lang="en-IN" sz="1400" dirty="0">
              <a:latin typeface="Times New Roman" panose="02020603050405020304" pitchFamily="18" charset="0"/>
              <a:cs typeface="Times New Roman" panose="02020603050405020304" pitchFamily="18" charset="0"/>
            </a:endParaRPr>
          </a:p>
          <a:p>
            <a:pPr marL="342900" indent="-342900">
              <a:buFontTx/>
              <a:buAutoNum type="arabicPeriod"/>
            </a:pPr>
            <a:r>
              <a:rPr lang="en-IN" sz="1400" b="1" dirty="0">
                <a:latin typeface="Times New Roman" panose="02020603050405020304" pitchFamily="18" charset="0"/>
                <a:cs typeface="Times New Roman" panose="02020603050405020304" pitchFamily="18" charset="0"/>
              </a:rPr>
              <a:t>Subhojeet Sarkar – 2241019321</a:t>
            </a:r>
          </a:p>
          <a:p>
            <a:pPr marL="342900" indent="-342900">
              <a:buFontTx/>
              <a:buAutoNum type="arabicPeriod"/>
            </a:pPr>
            <a:r>
              <a:rPr lang="en-IN" sz="1400" b="1" spc="-1" dirty="0">
                <a:solidFill>
                  <a:srgbClr val="000000"/>
                </a:solidFill>
                <a:latin typeface="Times New Roman" panose="02020603050405020304" pitchFamily="18" charset="0"/>
                <a:cs typeface="Times New Roman" panose="02020603050405020304" pitchFamily="18" charset="0"/>
              </a:rPr>
              <a:t>Himanshu Sekhar Dash – 2241014163</a:t>
            </a:r>
          </a:p>
          <a:p>
            <a:pPr marL="342900" indent="-342900">
              <a:lnSpc>
                <a:spcPct val="100000"/>
              </a:lnSpc>
              <a:buAutoNum type="arabicPeriod"/>
            </a:pPr>
            <a:r>
              <a:rPr lang="en-IN" sz="1400" b="1" spc="-1" dirty="0">
                <a:solidFill>
                  <a:srgbClr val="000000"/>
                </a:solidFill>
                <a:latin typeface="Times New Roman" panose="02020603050405020304" pitchFamily="18" charset="0"/>
                <a:cs typeface="Times New Roman" panose="02020603050405020304" pitchFamily="18" charset="0"/>
              </a:rPr>
              <a:t>Pikesh Yadav – 2241025009</a:t>
            </a:r>
          </a:p>
        </p:txBody>
      </p:sp>
      <p:sp>
        <p:nvSpPr>
          <p:cNvPr id="97" name="CustomShape 4"/>
          <p:cNvSpPr/>
          <p:nvPr/>
        </p:nvSpPr>
        <p:spPr>
          <a:xfrm>
            <a:off x="5292080" y="3944752"/>
            <a:ext cx="3728904" cy="1044986"/>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IN" sz="1400" b="1" strike="noStrike" spc="-1" dirty="0">
                <a:solidFill>
                  <a:srgbClr val="0070C0"/>
                </a:solidFill>
                <a:latin typeface="Gill Sans MT" panose="020B0502020104020203" pitchFamily="34" charset="0"/>
                <a:cs typeface="Times New Roman" panose="02020603050405020304" pitchFamily="18" charset="0"/>
              </a:rPr>
              <a:t>Department of Computer Sc. And</a:t>
            </a:r>
          </a:p>
          <a:p>
            <a:pPr>
              <a:lnSpc>
                <a:spcPct val="100000"/>
              </a:lnSpc>
            </a:pPr>
            <a:r>
              <a:rPr lang="en-IN" sz="1400" b="1" strike="noStrike" spc="-1" dirty="0">
                <a:solidFill>
                  <a:srgbClr val="0070C0"/>
                </a:solidFill>
                <a:latin typeface="Gill Sans MT" panose="020B0502020104020203" pitchFamily="34" charset="0"/>
                <a:cs typeface="Times New Roman" panose="02020603050405020304" pitchFamily="18" charset="0"/>
              </a:rPr>
              <a:t> Engineering</a:t>
            </a:r>
          </a:p>
          <a:p>
            <a:pPr>
              <a:lnSpc>
                <a:spcPct val="100000"/>
              </a:lnSpc>
            </a:pPr>
            <a:r>
              <a:rPr lang="en-IN" sz="1200" b="1" strike="noStrike" spc="-1" dirty="0">
                <a:solidFill>
                  <a:srgbClr val="000000"/>
                </a:solidFill>
                <a:latin typeface="Gill Sans MT" panose="020B0502020104020203" pitchFamily="34" charset="0"/>
                <a:cs typeface="Times New Roman" panose="02020603050405020304" pitchFamily="18" charset="0"/>
              </a:rPr>
              <a:t>Faculty of Engineering &amp; Technology (ITER)</a:t>
            </a:r>
            <a:endParaRPr lang="en-IN" sz="1200" b="0" strike="noStrike" spc="-1" dirty="0">
              <a:latin typeface="Gill Sans MT" panose="020B0502020104020203" pitchFamily="34" charset="0"/>
              <a:cs typeface="Times New Roman" panose="02020603050405020304" pitchFamily="18" charset="0"/>
            </a:endParaRPr>
          </a:p>
          <a:p>
            <a:pPr>
              <a:lnSpc>
                <a:spcPct val="100000"/>
              </a:lnSpc>
            </a:pPr>
            <a:r>
              <a:rPr lang="en-IN" sz="1100" b="1" strike="noStrike" spc="-1" dirty="0">
                <a:solidFill>
                  <a:srgbClr val="000000"/>
                </a:solidFill>
                <a:latin typeface="Gill Sans MT" panose="020B0502020104020203" pitchFamily="34" charset="0"/>
                <a:cs typeface="Times New Roman" panose="02020603050405020304" pitchFamily="18" charset="0"/>
              </a:rPr>
              <a:t>Siksha ‘O’ Anusandhan (Deemed to be) University</a:t>
            </a:r>
            <a:r>
              <a:rPr lang="en-IN" sz="1100" b="0" strike="noStrike" spc="-1" dirty="0">
                <a:solidFill>
                  <a:srgbClr val="000000"/>
                </a:solidFill>
                <a:latin typeface="Gill Sans MT" panose="020B0502020104020203" pitchFamily="34" charset="0"/>
                <a:cs typeface="Times New Roman" panose="02020603050405020304" pitchFamily="18" charset="0"/>
              </a:rPr>
              <a:t> </a:t>
            </a:r>
          </a:p>
          <a:p>
            <a:pPr>
              <a:lnSpc>
                <a:spcPct val="100000"/>
              </a:lnSpc>
            </a:pPr>
            <a:r>
              <a:rPr lang="en-IN" sz="1100" b="1" strike="noStrike" spc="-1" dirty="0">
                <a:solidFill>
                  <a:srgbClr val="000000"/>
                </a:solidFill>
                <a:latin typeface="Gill Sans MT" panose="020B0502020104020203" pitchFamily="34" charset="0"/>
                <a:cs typeface="Times New Roman" panose="02020603050405020304" pitchFamily="18" charset="0"/>
              </a:rPr>
              <a:t>Bhubaneswar, Odisha</a:t>
            </a:r>
            <a:endParaRPr lang="en-IN" sz="1100" b="0" strike="noStrike" spc="-1" dirty="0">
              <a:latin typeface="Gill Sans MT" panose="020B0502020104020203" pitchFamily="34" charset="0"/>
              <a:cs typeface="Times New Roman" panose="02020603050405020304" pitchFamily="18" charset="0"/>
            </a:endParaRPr>
          </a:p>
        </p:txBody>
      </p:sp>
      <p:sp>
        <p:nvSpPr>
          <p:cNvPr id="98" name="TextShape 5"/>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F277BE30-6CD2-45EB-896E-478D60EBC98C}" type="slidenum">
              <a:rPr lang="en-IN" sz="1200" b="0" strike="noStrike" spc="-1">
                <a:solidFill>
                  <a:srgbClr val="B5A989"/>
                </a:solidFill>
                <a:latin typeface="Gill Sans MT"/>
              </a:rPr>
              <a:pPr algn="ctr">
                <a:lnSpc>
                  <a:spcPct val="100000"/>
                </a:lnSpc>
              </a:pPr>
              <a:t>1</a:t>
            </a:fld>
            <a:endParaRPr lang="en-IN" sz="1200" b="0" strike="noStrike" spc="-1" dirty="0">
              <a:latin typeface="Times New Roman"/>
            </a:endParaRPr>
          </a:p>
        </p:txBody>
      </p:sp>
      <p:sp>
        <p:nvSpPr>
          <p:cNvPr id="99" name="CustomShape 6"/>
          <p:cNvSpPr/>
          <p:nvPr/>
        </p:nvSpPr>
        <p:spPr>
          <a:xfrm>
            <a:off x="155520" y="-108270"/>
            <a:ext cx="304560" cy="228420"/>
          </a:xfrm>
          <a:prstGeom prst="rect">
            <a:avLst/>
          </a:prstGeom>
          <a:noFill/>
          <a:ln>
            <a:noFill/>
          </a:ln>
        </p:spPr>
        <p:style>
          <a:lnRef idx="0">
            <a:scrgbClr r="0" g="0" b="0"/>
          </a:lnRef>
          <a:fillRef idx="0">
            <a:scrgbClr r="0" g="0" b="0"/>
          </a:fillRef>
          <a:effectRef idx="0">
            <a:scrgbClr r="0" g="0" b="0"/>
          </a:effectRef>
          <a:fontRef idx="minor"/>
        </p:style>
        <p:txBody>
          <a:bodyPr/>
          <a:lstStyle/>
          <a:p>
            <a:endParaRPr lang="en-IN" dirty="0"/>
          </a:p>
        </p:txBody>
      </p:sp>
      <p:pic>
        <p:nvPicPr>
          <p:cNvPr id="100" name="Picture 3"/>
          <p:cNvPicPr/>
          <p:nvPr/>
        </p:nvPicPr>
        <p:blipFill>
          <a:blip r:embed="rId2" cstate="print"/>
          <a:stretch/>
        </p:blipFill>
        <p:spPr>
          <a:xfrm>
            <a:off x="8172400" y="357480"/>
            <a:ext cx="826880" cy="774110"/>
          </a:xfrm>
          <a:prstGeom prst="rect">
            <a:avLst/>
          </a:prstGeom>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1" name="TextShape 1"/>
          <p:cNvSpPr txBox="1"/>
          <p:nvPr/>
        </p:nvSpPr>
        <p:spPr>
          <a:xfrm>
            <a:off x="425265" y="199914"/>
            <a:ext cx="7749352" cy="515737"/>
          </a:xfrm>
          <a:prstGeom prst="rect">
            <a:avLst/>
          </a:prstGeom>
          <a:noFill/>
          <a:ln>
            <a:noFill/>
          </a:ln>
        </p:spPr>
        <p:txBody>
          <a:bodyPr lIns="90000" tIns="45000" rIns="90000" bIns="45000" anchor="ctr">
            <a:normAutofit fontScale="25000" lnSpcReduction="20000"/>
          </a:bodyPr>
          <a:lstStyle/>
          <a:p>
            <a:pPr>
              <a:lnSpc>
                <a:spcPct val="100000"/>
              </a:lnSpc>
            </a:pPr>
            <a:endParaRPr lang="en-US" sz="4700" b="1" strike="noStrike" spc="-1" dirty="0">
              <a:solidFill>
                <a:srgbClr val="572314"/>
              </a:solidFill>
              <a:latin typeface="Times New Roman" pitchFamily="18" charset="0"/>
              <a:cs typeface="Times New Roman" pitchFamily="18" charset="0"/>
            </a:endParaRPr>
          </a:p>
          <a:p>
            <a:pPr>
              <a:lnSpc>
                <a:spcPct val="100000"/>
              </a:lnSpc>
            </a:pPr>
            <a:r>
              <a:rPr lang="en-US" sz="7700" b="1" strike="noStrike" spc="-1" dirty="0">
                <a:solidFill>
                  <a:srgbClr val="572314"/>
                </a:solidFill>
                <a:latin typeface="Times New Roman" pitchFamily="18" charset="0"/>
                <a:cs typeface="Times New Roman" pitchFamily="18" charset="0"/>
              </a:rPr>
              <a:t>Presentation Outline</a:t>
            </a:r>
            <a:br>
              <a:rPr dirty="0">
                <a:latin typeface="Times New Roman" pitchFamily="18" charset="0"/>
                <a:cs typeface="Times New Roman" pitchFamily="18" charset="0"/>
              </a:rPr>
            </a:br>
            <a:endParaRPr lang="en-US" sz="4300" b="0" strike="noStrike" spc="-1" dirty="0">
              <a:solidFill>
                <a:srgbClr val="000000"/>
              </a:solidFill>
              <a:latin typeface="Times New Roman" pitchFamily="18" charset="0"/>
              <a:cs typeface="Times New Roman" pitchFamily="18" charset="0"/>
            </a:endParaRPr>
          </a:p>
        </p:txBody>
      </p:sp>
      <p:sp>
        <p:nvSpPr>
          <p:cNvPr id="102" name="TextShape 2"/>
          <p:cNvSpPr txBox="1"/>
          <p:nvPr/>
        </p:nvSpPr>
        <p:spPr>
          <a:xfrm>
            <a:off x="323528" y="665088"/>
            <a:ext cx="8496944" cy="4242432"/>
          </a:xfrm>
          <a:prstGeom prst="rect">
            <a:avLst/>
          </a:prstGeom>
          <a:noFill/>
          <a:ln>
            <a:noFill/>
          </a:ln>
        </p:spPr>
        <p:txBody>
          <a:bodyPr lIns="90000" tIns="45000" rIns="90000" bIns="45000">
            <a:noAutofit/>
          </a:bodyPr>
          <a:lstStyle/>
          <a:p>
            <a:pPr marL="365760" indent="-282960">
              <a:spcBef>
                <a:spcPts val="601"/>
              </a:spcBef>
              <a:buClr>
                <a:srgbClr val="3891A7"/>
              </a:buClr>
              <a:buSzPct val="80000"/>
              <a:buFont typeface="Wingdings" charset="2"/>
              <a:buChar char=""/>
            </a:pPr>
            <a:r>
              <a:rPr lang="en-US" sz="1600" spc="-1" dirty="0">
                <a:latin typeface="Gill Sans MT"/>
              </a:rPr>
              <a:t>Problem Statement &amp; Motivations</a:t>
            </a:r>
          </a:p>
          <a:p>
            <a:pPr marL="822960" lvl="1" indent="-282960">
              <a:spcBef>
                <a:spcPts val="601"/>
              </a:spcBef>
              <a:buClr>
                <a:srgbClr val="3891A7"/>
              </a:buClr>
              <a:buSzPct val="80000"/>
              <a:buFont typeface="Wingdings" charset="2"/>
              <a:buChar char=""/>
            </a:pPr>
            <a:r>
              <a:rPr lang="en-US" sz="1400" spc="-1" dirty="0">
                <a:latin typeface="Gill Sans MT"/>
              </a:rPr>
              <a:t>Problem Statement</a:t>
            </a:r>
          </a:p>
          <a:p>
            <a:pPr marL="822960" lvl="1" indent="-282960">
              <a:spcBef>
                <a:spcPts val="601"/>
              </a:spcBef>
              <a:buClr>
                <a:srgbClr val="3891A7"/>
              </a:buClr>
              <a:buSzPct val="80000"/>
              <a:buFont typeface="Wingdings" charset="2"/>
              <a:buChar char=""/>
            </a:pPr>
            <a:r>
              <a:rPr lang="en-US" sz="1400" spc="-1" dirty="0">
                <a:latin typeface="Gill Sans MT"/>
              </a:rPr>
              <a:t>Motivations</a:t>
            </a:r>
          </a:p>
          <a:p>
            <a:pPr marL="365760" indent="-282960">
              <a:spcBef>
                <a:spcPts val="601"/>
              </a:spcBef>
              <a:buClr>
                <a:srgbClr val="3891A7"/>
              </a:buClr>
              <a:buSzPct val="80000"/>
              <a:buFont typeface="Wingdings" charset="2"/>
              <a:buChar char=""/>
            </a:pPr>
            <a:r>
              <a:rPr lang="en-US" sz="1600" spc="-1" dirty="0">
                <a:latin typeface="Gill Sans MT"/>
              </a:rPr>
              <a:t>Literature Review</a:t>
            </a:r>
          </a:p>
          <a:p>
            <a:pPr marL="822960" lvl="1" indent="-282960">
              <a:spcBef>
                <a:spcPts val="601"/>
              </a:spcBef>
              <a:buClr>
                <a:srgbClr val="3891A7"/>
              </a:buClr>
              <a:buSzPct val="80000"/>
              <a:buFont typeface="Wingdings" charset="2"/>
              <a:buChar char=""/>
            </a:pPr>
            <a:r>
              <a:rPr lang="en-IN" sz="1400" spc="-1" dirty="0">
                <a:solidFill>
                  <a:srgbClr val="000000"/>
                </a:solidFill>
                <a:latin typeface="Gill Sans MT"/>
              </a:rPr>
              <a:t>Existing Solutions &amp; Limitations </a:t>
            </a:r>
          </a:p>
          <a:p>
            <a:pPr marL="365760" indent="-282960">
              <a:spcBef>
                <a:spcPts val="601"/>
              </a:spcBef>
              <a:buClr>
                <a:srgbClr val="3891A7"/>
              </a:buClr>
              <a:buSzPct val="80000"/>
              <a:buFont typeface="Wingdings" charset="2"/>
              <a:buChar char=""/>
            </a:pPr>
            <a:r>
              <a:rPr lang="en-US" sz="1600" spc="-1" dirty="0">
                <a:latin typeface="Gill Sans MT"/>
              </a:rPr>
              <a:t>Proposed Methodology &amp; Approach </a:t>
            </a:r>
          </a:p>
          <a:p>
            <a:pPr marL="365760" indent="-282960">
              <a:spcBef>
                <a:spcPts val="601"/>
              </a:spcBef>
              <a:buClr>
                <a:srgbClr val="3891A7"/>
              </a:buClr>
              <a:buSzPct val="80000"/>
              <a:buFont typeface="Wingdings" charset="2"/>
              <a:buChar char=""/>
            </a:pPr>
            <a:r>
              <a:rPr lang="en-IN" sz="1600" spc="-1" dirty="0">
                <a:latin typeface="Gill Sans MT"/>
              </a:rPr>
              <a:t>Key Components/Modules &amp; Algorithms Used</a:t>
            </a:r>
            <a:endParaRPr lang="en-US" sz="1600" spc="-1" dirty="0">
              <a:latin typeface="Gill Sans MT"/>
            </a:endParaRPr>
          </a:p>
          <a:p>
            <a:pPr marL="365760" indent="-282960">
              <a:spcBef>
                <a:spcPts val="601"/>
              </a:spcBef>
              <a:buClr>
                <a:srgbClr val="3891A7"/>
              </a:buClr>
              <a:buSzPct val="80000"/>
              <a:buFont typeface="Wingdings" charset="2"/>
              <a:buChar char=""/>
            </a:pPr>
            <a:r>
              <a:rPr lang="en-IN" sz="1600" spc="-1" dirty="0">
                <a:latin typeface="Gill Sans MT"/>
              </a:rPr>
              <a:t>Dataset(s) &amp; Tools/Technologies</a:t>
            </a:r>
          </a:p>
          <a:p>
            <a:pPr marL="365760" indent="-282960">
              <a:spcBef>
                <a:spcPts val="601"/>
              </a:spcBef>
              <a:buClr>
                <a:srgbClr val="3891A7"/>
              </a:buClr>
              <a:buSzPct val="80000"/>
              <a:buFont typeface="Wingdings" charset="2"/>
              <a:buChar char=""/>
            </a:pPr>
            <a:r>
              <a:rPr lang="en-US" sz="1600" spc="-1" dirty="0">
                <a:latin typeface="Gill Sans MT"/>
              </a:rPr>
              <a:t>Experimentation</a:t>
            </a:r>
          </a:p>
          <a:p>
            <a:pPr marL="822960" lvl="1" indent="-282960">
              <a:spcBef>
                <a:spcPts val="601"/>
              </a:spcBef>
              <a:buClr>
                <a:srgbClr val="3891A7"/>
              </a:buClr>
              <a:buSzPct val="80000"/>
              <a:buFont typeface="Wingdings" charset="2"/>
              <a:buChar char=""/>
            </a:pPr>
            <a:r>
              <a:rPr lang="en-US" sz="1400" spc="-1" dirty="0">
                <a:latin typeface="Gill Sans MT"/>
              </a:rPr>
              <a:t>System Specification </a:t>
            </a:r>
          </a:p>
          <a:p>
            <a:pPr marL="822960" lvl="1" indent="-282960">
              <a:spcBef>
                <a:spcPts val="601"/>
              </a:spcBef>
              <a:buClr>
                <a:srgbClr val="3891A7"/>
              </a:buClr>
              <a:buSzPct val="80000"/>
              <a:buFont typeface="Wingdings" charset="2"/>
              <a:buChar char=""/>
            </a:pPr>
            <a:r>
              <a:rPr lang="en-US" sz="1400" spc="-1" dirty="0">
                <a:latin typeface="Gill Sans MT"/>
              </a:rPr>
              <a:t>Experimental Results </a:t>
            </a:r>
          </a:p>
          <a:p>
            <a:pPr marL="822960" lvl="1" indent="-282960">
              <a:spcBef>
                <a:spcPts val="601"/>
              </a:spcBef>
              <a:buClr>
                <a:srgbClr val="3891A7"/>
              </a:buClr>
              <a:buSzPct val="80000"/>
              <a:buFont typeface="Wingdings" charset="2"/>
              <a:buChar char=""/>
            </a:pPr>
            <a:r>
              <a:rPr lang="en-US" sz="1400" spc="-1" dirty="0">
                <a:latin typeface="Gill Sans MT"/>
              </a:rPr>
              <a:t>Performance Analysis</a:t>
            </a:r>
            <a:endParaRPr lang="en-IN" sz="1400" spc="-1" dirty="0">
              <a:latin typeface="Gill Sans MT"/>
            </a:endParaRPr>
          </a:p>
          <a:p>
            <a:pPr marL="365760" indent="-282960">
              <a:spcBef>
                <a:spcPts val="601"/>
              </a:spcBef>
              <a:buClr>
                <a:srgbClr val="3891A7"/>
              </a:buClr>
              <a:buSzPct val="80000"/>
              <a:buFont typeface="Wingdings" charset="2"/>
              <a:buChar char=""/>
            </a:pPr>
            <a:r>
              <a:rPr lang="en-US" sz="1600" spc="-1" dirty="0">
                <a:latin typeface="Gill Sans MT"/>
              </a:rPr>
              <a:t>Conclusion and Future Scope</a:t>
            </a:r>
          </a:p>
          <a:p>
            <a:pPr marL="365760" lvl="1" indent="-282960">
              <a:spcBef>
                <a:spcPts val="601"/>
              </a:spcBef>
              <a:buClr>
                <a:srgbClr val="3891A7"/>
              </a:buClr>
              <a:buSzPct val="80000"/>
              <a:buFont typeface="Wingdings" charset="2"/>
              <a:buChar char=""/>
            </a:pPr>
            <a:r>
              <a:rPr lang="da-DK" sz="1600" spc="-1" dirty="0">
                <a:latin typeface="Gill Sans MT"/>
              </a:rPr>
              <a:t>References</a:t>
            </a:r>
            <a:endParaRPr lang="en-US" sz="1600" spc="-1" dirty="0">
              <a:latin typeface="Gill Sans MT"/>
            </a:endParaRPr>
          </a:p>
        </p:txBody>
      </p:sp>
      <p:sp>
        <p:nvSpPr>
          <p:cNvPr id="103"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598A15F4-BA1A-4DF0-8C36-812FE3A649CD}" type="slidenum">
              <a:rPr lang="en-IN" sz="1200" b="0" strike="noStrike" spc="-1">
                <a:solidFill>
                  <a:srgbClr val="B5A989"/>
                </a:solidFill>
                <a:latin typeface="Gill Sans MT"/>
              </a:rPr>
              <a:pPr algn="ctr">
                <a:lnSpc>
                  <a:spcPct val="100000"/>
                </a:lnSpc>
              </a:pPr>
              <a:t>2</a:t>
            </a:fld>
            <a:endParaRPr lang="en-IN" sz="1200" b="0" strike="noStrike" spc="-1" dirty="0">
              <a:latin typeface="Times New Roman"/>
            </a:endParaRPr>
          </a:p>
        </p:txBody>
      </p:sp>
      <p:pic>
        <p:nvPicPr>
          <p:cNvPr id="104" name="Picture 2"/>
          <p:cNvPicPr/>
          <p:nvPr/>
        </p:nvPicPr>
        <p:blipFill>
          <a:blip r:embed="rId4" cstate="print"/>
          <a:stretch/>
        </p:blipFill>
        <p:spPr>
          <a:xfrm>
            <a:off x="8207896" y="0"/>
            <a:ext cx="936104" cy="915566"/>
          </a:xfrm>
          <a:prstGeom prst="rect">
            <a:avLst/>
          </a:prstGeom>
          <a:ln>
            <a:noFill/>
          </a:ln>
        </p:spPr>
      </p:pic>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58398" y="267494"/>
            <a:ext cx="7683034" cy="507464"/>
          </a:xfrm>
          <a:prstGeom prst="rect">
            <a:avLst/>
          </a:prstGeom>
          <a:noFill/>
          <a:ln>
            <a:noFill/>
          </a:ln>
        </p:spPr>
        <p:txBody>
          <a:bodyPr lIns="90000" tIns="45000" rIns="90000" bIns="45000" anchor="ctr">
            <a:noAutofit/>
          </a:bodyPr>
          <a:lstStyle/>
          <a:p>
            <a:pPr>
              <a:lnSpc>
                <a:spcPct val="100000"/>
              </a:lnSpc>
            </a:pPr>
            <a:r>
              <a:rPr lang="en-US" sz="2800" b="1" spc="-1" dirty="0">
                <a:solidFill>
                  <a:srgbClr val="572314"/>
                </a:solidFill>
                <a:latin typeface="Times New Roman" pitchFamily="18" charset="0"/>
                <a:cs typeface="Times New Roman" pitchFamily="18" charset="0"/>
              </a:rPr>
              <a:t>Problem Statement</a:t>
            </a:r>
          </a:p>
        </p:txBody>
      </p:sp>
      <p:sp>
        <p:nvSpPr>
          <p:cNvPr id="106" name="TextShape 2"/>
          <p:cNvSpPr txBox="1"/>
          <p:nvPr/>
        </p:nvSpPr>
        <p:spPr>
          <a:xfrm>
            <a:off x="341870" y="879883"/>
            <a:ext cx="7799562" cy="4065632"/>
          </a:xfrm>
          <a:prstGeom prst="rect">
            <a:avLst/>
          </a:prstGeom>
          <a:noFill/>
          <a:ln>
            <a:noFill/>
          </a:ln>
        </p:spPr>
        <p:txBody>
          <a:bodyPr lIns="90000" tIns="45000" rIns="90000" bIns="45000">
            <a:noAutofit/>
          </a:bodyPr>
          <a:lstStyle/>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Chronic diseases such as diabetes and Cardiovascular disease are becoming more common and often go unnoticed in the early stages. If they are not detected early, they can lead to serious health problems and increased medical costs.</a:t>
            </a:r>
          </a:p>
          <a:p>
            <a:pPr marL="285750" indent="-2857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Traditional diagnosis methods depend on manual medical examinations, which can take time and may not always provide quick results. Therefore, there is a need for a simple and intelligent system that can identify disease risk at an early stage.</a:t>
            </a:r>
          </a:p>
          <a:p>
            <a:pPr marL="285750" indent="-2857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project aims to predict the risk of diabetes and Cardiovascular disease using a person's health and lifestyle information. It uses machine learning techniques and provides predictions through an web interface.</a:t>
            </a:r>
          </a:p>
        </p:txBody>
      </p:sp>
      <p:sp>
        <p:nvSpPr>
          <p:cNvPr id="107"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6524399E-7446-4F74-B823-A4CC295C522F}" type="slidenum">
              <a:rPr lang="en-IN" sz="1200" b="0" strike="noStrike" spc="-1">
                <a:solidFill>
                  <a:srgbClr val="B5A989"/>
                </a:solidFill>
                <a:latin typeface="Gill Sans MT"/>
              </a:rPr>
              <a:pPr algn="ctr">
                <a:lnSpc>
                  <a:spcPct val="100000"/>
                </a:lnSpc>
              </a:pPr>
              <a:t>3</a:t>
            </a:fld>
            <a:endParaRPr lang="en-IN" sz="1200" b="0" strike="noStrike" spc="-1" dirty="0">
              <a:latin typeface="Times New Roman"/>
            </a:endParaRPr>
          </a:p>
        </p:txBody>
      </p:sp>
      <p:pic>
        <p:nvPicPr>
          <p:cNvPr id="108" name="Picture 2"/>
          <p:cNvPicPr/>
          <p:nvPr/>
        </p:nvPicPr>
        <p:blipFill>
          <a:blip r:embed="rId2" cstate="print"/>
          <a:stretch/>
        </p:blipFill>
        <p:spPr>
          <a:xfrm>
            <a:off x="8173832" y="0"/>
            <a:ext cx="970168" cy="915566"/>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80212" y="206010"/>
            <a:ext cx="8361928" cy="856980"/>
          </a:xfrm>
          <a:prstGeom prst="rect">
            <a:avLst/>
          </a:prstGeom>
          <a:noFill/>
          <a:ln>
            <a:noFill/>
          </a:ln>
        </p:spPr>
        <p:txBody>
          <a:bodyPr lIns="90000" tIns="45000" rIns="90000" bIns="45000" anchor="ctr">
            <a:noAutofit/>
          </a:bodyPr>
          <a:lstStyle/>
          <a:p>
            <a:r>
              <a:rPr lang="en-US" sz="2800" b="1" spc="-1" dirty="0">
                <a:solidFill>
                  <a:srgbClr val="572314"/>
                </a:solidFill>
                <a:latin typeface="Times New Roman" pitchFamily="18" charset="0"/>
                <a:cs typeface="Times New Roman" pitchFamily="18" charset="0"/>
              </a:rPr>
              <a:t>Motivations</a:t>
            </a:r>
          </a:p>
        </p:txBody>
      </p:sp>
      <p:sp>
        <p:nvSpPr>
          <p:cNvPr id="106" name="TextShape 2"/>
          <p:cNvSpPr txBox="1"/>
          <p:nvPr/>
        </p:nvSpPr>
        <p:spPr>
          <a:xfrm>
            <a:off x="463732" y="1076300"/>
            <a:ext cx="7688610" cy="3600180"/>
          </a:xfrm>
          <a:prstGeom prst="rect">
            <a:avLst/>
          </a:prstGeom>
          <a:noFill/>
          <a:ln>
            <a:noFill/>
          </a:ln>
        </p:spPr>
        <p:txBody>
          <a:bodyPr lIns="90000" tIns="45000" rIns="90000" bIns="45000">
            <a:noAutofit/>
          </a:bodyPr>
          <a:lstStyle/>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help people identify chronic disease risks at an early stage before serious complications occur. </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reduce dependency on costly and time-consuming traditional medical screening methods.</a:t>
            </a:r>
          </a:p>
          <a:p>
            <a:pPr algn="just"/>
            <a:r>
              <a:rPr lang="en-US" sz="16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use machine learning techniques for improving accuracy and reliability in disease prediction.</a:t>
            </a:r>
          </a:p>
          <a:p>
            <a:pPr algn="just"/>
            <a:r>
              <a:rPr lang="en-US" sz="16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develop an easy-to-use healthcare interface that supports preventive care and healthy lifestyle management. </a:t>
            </a:r>
          </a:p>
          <a:p>
            <a:pPr marL="342900" indent="-3429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
        <p:nvSpPr>
          <p:cNvPr id="107"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6524399E-7446-4F74-B823-A4CC295C522F}" type="slidenum">
              <a:rPr lang="en-IN" sz="1200" b="0" strike="noStrike" spc="-1">
                <a:solidFill>
                  <a:srgbClr val="B5A989"/>
                </a:solidFill>
                <a:latin typeface="Gill Sans MT"/>
              </a:rPr>
              <a:pPr algn="ctr">
                <a:lnSpc>
                  <a:spcPct val="100000"/>
                </a:lnSpc>
              </a:pPr>
              <a:t>4</a:t>
            </a:fld>
            <a:endParaRPr lang="en-IN" sz="1200" b="0" strike="noStrike" spc="-1" dirty="0">
              <a:latin typeface="Times New Roman"/>
            </a:endParaRPr>
          </a:p>
        </p:txBody>
      </p:sp>
      <p:pic>
        <p:nvPicPr>
          <p:cNvPr id="108" name="Picture 2"/>
          <p:cNvPicPr/>
          <p:nvPr/>
        </p:nvPicPr>
        <p:blipFill>
          <a:blip r:embed="rId2" cstate="print"/>
          <a:stretch/>
        </p:blipFill>
        <p:spPr>
          <a:xfrm>
            <a:off x="8173832" y="1890"/>
            <a:ext cx="970168" cy="913676"/>
          </a:xfrm>
          <a:prstGeom prst="rect">
            <a:avLst/>
          </a:prstGeom>
          <a:ln>
            <a:noFill/>
          </a:ln>
        </p:spPr>
      </p:pic>
    </p:spTree>
    <p:extLst>
      <p:ext uri="{BB962C8B-B14F-4D97-AF65-F5344CB8AC3E}">
        <p14:creationId xmlns:p14="http://schemas.microsoft.com/office/powerpoint/2010/main" val="148145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452DA-B364-AC17-BCA4-5E39586943D8}"/>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3C0E416B-31EC-62B5-2A4B-FD978115D3ED}"/>
              </a:ext>
            </a:extLst>
          </p:cNvPr>
          <p:cNvSpPr txBox="1"/>
          <p:nvPr/>
        </p:nvSpPr>
        <p:spPr>
          <a:xfrm>
            <a:off x="251520" y="252550"/>
            <a:ext cx="7922312" cy="519000"/>
          </a:xfrm>
          <a:prstGeom prst="rect">
            <a:avLst/>
          </a:prstGeom>
          <a:noFill/>
          <a:ln>
            <a:noFill/>
          </a:ln>
        </p:spPr>
        <p:txBody>
          <a:bodyPr lIns="90000" tIns="45000" rIns="90000" bIns="45000" anchor="ctr">
            <a:normAutofit fontScale="25000" lnSpcReduction="20000"/>
          </a:bodyPr>
          <a:lstStyle/>
          <a:p>
            <a:pPr>
              <a:lnSpc>
                <a:spcPct val="100000"/>
              </a:lnSpc>
            </a:pPr>
            <a:br>
              <a:rPr dirty="0"/>
            </a:br>
            <a:r>
              <a:rPr lang="en-US" sz="11200" b="1" spc="-1" dirty="0">
                <a:solidFill>
                  <a:srgbClr val="572314"/>
                </a:solidFill>
                <a:latin typeface="Times New Roman" pitchFamily="18" charset="0"/>
                <a:cs typeface="Times New Roman" pitchFamily="18" charset="0"/>
              </a:rPr>
              <a:t>Literature Review                                               </a:t>
            </a:r>
          </a:p>
        </p:txBody>
      </p:sp>
      <p:sp>
        <p:nvSpPr>
          <p:cNvPr id="111" name="TextShape 3">
            <a:extLst>
              <a:ext uri="{FF2B5EF4-FFF2-40B4-BE49-F238E27FC236}">
                <a16:creationId xmlns:a16="http://schemas.microsoft.com/office/drawing/2014/main" id="{7B8F5F16-6AE9-265C-67FC-0B2FC98EF9B1}"/>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528F5C0C-45A4-465E-8315-A9258DDEFD0F}" type="slidenum">
              <a:rPr lang="en-IN" sz="1200" b="0" strike="noStrike" spc="-1">
                <a:solidFill>
                  <a:srgbClr val="B5A989"/>
                </a:solidFill>
                <a:latin typeface="Gill Sans MT"/>
              </a:rPr>
              <a:pPr algn="ctr">
                <a:lnSpc>
                  <a:spcPct val="100000"/>
                </a:lnSpc>
              </a:pPr>
              <a:t>5</a:t>
            </a:fld>
            <a:endParaRPr lang="en-IN" sz="1200" b="0" strike="noStrike" spc="-1" dirty="0">
              <a:latin typeface="Times New Roman"/>
            </a:endParaRPr>
          </a:p>
        </p:txBody>
      </p:sp>
      <p:graphicFrame>
        <p:nvGraphicFramePr>
          <p:cNvPr id="5" name="Table 4">
            <a:extLst>
              <a:ext uri="{FF2B5EF4-FFF2-40B4-BE49-F238E27FC236}">
                <a16:creationId xmlns:a16="http://schemas.microsoft.com/office/drawing/2014/main" id="{A841CFD3-66EE-2DEF-A8D5-CE54DA549A96}"/>
              </a:ext>
            </a:extLst>
          </p:cNvPr>
          <p:cNvGraphicFramePr>
            <a:graphicFrameLocks noGrp="1"/>
          </p:cNvGraphicFramePr>
          <p:nvPr>
            <p:extLst>
              <p:ext uri="{D42A27DB-BD31-4B8C-83A1-F6EECF244321}">
                <p14:modId xmlns:p14="http://schemas.microsoft.com/office/powerpoint/2010/main" val="1393013766"/>
              </p:ext>
            </p:extLst>
          </p:nvPr>
        </p:nvGraphicFramePr>
        <p:xfrm>
          <a:off x="323528" y="1337566"/>
          <a:ext cx="8054929" cy="3816632"/>
        </p:xfrm>
        <a:graphic>
          <a:graphicData uri="http://schemas.openxmlformats.org/drawingml/2006/table">
            <a:tbl>
              <a:tblPr>
                <a:tableStyleId>{2D5ABB26-0587-4C30-8999-92F81FD0307C}</a:tableStyleId>
              </a:tblPr>
              <a:tblGrid>
                <a:gridCol w="494089">
                  <a:extLst>
                    <a:ext uri="{9D8B030D-6E8A-4147-A177-3AD203B41FA5}">
                      <a16:colId xmlns:a16="http://schemas.microsoft.com/office/drawing/2014/main" val="1586386814"/>
                    </a:ext>
                  </a:extLst>
                </a:gridCol>
                <a:gridCol w="1349374">
                  <a:extLst>
                    <a:ext uri="{9D8B030D-6E8A-4147-A177-3AD203B41FA5}">
                      <a16:colId xmlns:a16="http://schemas.microsoft.com/office/drawing/2014/main" val="72745029"/>
                    </a:ext>
                  </a:extLst>
                </a:gridCol>
                <a:gridCol w="1458938">
                  <a:extLst>
                    <a:ext uri="{9D8B030D-6E8A-4147-A177-3AD203B41FA5}">
                      <a16:colId xmlns:a16="http://schemas.microsoft.com/office/drawing/2014/main" val="2896141208"/>
                    </a:ext>
                  </a:extLst>
                </a:gridCol>
                <a:gridCol w="1512168">
                  <a:extLst>
                    <a:ext uri="{9D8B030D-6E8A-4147-A177-3AD203B41FA5}">
                      <a16:colId xmlns:a16="http://schemas.microsoft.com/office/drawing/2014/main" val="588874996"/>
                    </a:ext>
                  </a:extLst>
                </a:gridCol>
                <a:gridCol w="1728192">
                  <a:extLst>
                    <a:ext uri="{9D8B030D-6E8A-4147-A177-3AD203B41FA5}">
                      <a16:colId xmlns:a16="http://schemas.microsoft.com/office/drawing/2014/main" val="234623109"/>
                    </a:ext>
                  </a:extLst>
                </a:gridCol>
                <a:gridCol w="1512168">
                  <a:extLst>
                    <a:ext uri="{9D8B030D-6E8A-4147-A177-3AD203B41FA5}">
                      <a16:colId xmlns:a16="http://schemas.microsoft.com/office/drawing/2014/main" val="2132397935"/>
                    </a:ext>
                  </a:extLst>
                </a:gridCol>
              </a:tblGrid>
              <a:tr h="426220">
                <a:tc>
                  <a:txBody>
                    <a:bodyPr/>
                    <a:lstStyle/>
                    <a:p>
                      <a:pPr algn="ctr" rtl="0" fontAlgn="t">
                        <a:buNone/>
                      </a:pPr>
                      <a:r>
                        <a:rPr lang="en-IN" sz="1200" b="1" i="0" u="none" strike="noStrike" dirty="0">
                          <a:solidFill>
                            <a:srgbClr val="00000A"/>
                          </a:solidFill>
                          <a:effectLst/>
                          <a:latin typeface="Times New Roman" panose="02020603050405020304" pitchFamily="18" charset="0"/>
                        </a:rPr>
                        <a:t>S. No.</a:t>
                      </a:r>
                      <a:endParaRPr lang="en-IN" b="1"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dirty="0">
                          <a:solidFill>
                            <a:srgbClr val="00000A"/>
                          </a:solidFill>
                          <a:effectLst/>
                          <a:latin typeface="Times New Roman" panose="02020603050405020304" pitchFamily="18" charset="0"/>
                        </a:rPr>
                        <a:t>Author &amp; Year</a:t>
                      </a:r>
                      <a:endParaRPr lang="en-IN" b="1"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dirty="0">
                          <a:solidFill>
                            <a:srgbClr val="00000A"/>
                          </a:solidFill>
                          <a:effectLst/>
                          <a:latin typeface="Times New Roman" panose="02020603050405020304" pitchFamily="18" charset="0"/>
                        </a:rPr>
                        <a:t>Method / Technique used</a:t>
                      </a:r>
                      <a:endParaRPr lang="en-IN" b="1"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dirty="0">
                          <a:solidFill>
                            <a:srgbClr val="00000A"/>
                          </a:solidFill>
                          <a:effectLst/>
                          <a:latin typeface="Times New Roman" panose="02020603050405020304" pitchFamily="18" charset="0"/>
                        </a:rPr>
                        <a:t>Dataset Used</a:t>
                      </a:r>
                      <a:endParaRPr lang="en-IN" b="1"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dirty="0">
                          <a:solidFill>
                            <a:srgbClr val="00000A"/>
                          </a:solidFill>
                          <a:effectLst/>
                          <a:latin typeface="Times New Roman" panose="02020603050405020304" pitchFamily="18" charset="0"/>
                        </a:rPr>
                        <a:t>Research Outcomes</a:t>
                      </a:r>
                      <a:endParaRPr lang="en-IN" b="1"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dirty="0">
                          <a:solidFill>
                            <a:srgbClr val="00000A"/>
                          </a:solidFill>
                          <a:effectLst/>
                          <a:latin typeface="Times New Roman" panose="02020603050405020304" pitchFamily="18" charset="0"/>
                        </a:rPr>
                        <a:t>Findings</a:t>
                      </a:r>
                      <a:endParaRPr lang="en-IN" b="1"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1433640"/>
                  </a:ext>
                </a:extLst>
              </a:tr>
              <a:tr h="613587">
                <a:tc>
                  <a:txBody>
                    <a:bodyPr/>
                    <a:lstStyle/>
                    <a:p>
                      <a:pPr algn="ctr" rtl="0" fontAlgn="t">
                        <a:buNone/>
                      </a:pPr>
                      <a:r>
                        <a:rPr lang="en-IN" sz="1200" b="0" i="0" u="none" strike="noStrike" dirty="0">
                          <a:solidFill>
                            <a:srgbClr val="00000A"/>
                          </a:solidFill>
                          <a:effectLst/>
                          <a:latin typeface="Times New Roman" panose="02020603050405020304" pitchFamily="18" charset="0"/>
                        </a:rPr>
                        <a:t>1</a:t>
                      </a:r>
                      <a:endParaRPr lang="en-IN"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Almustafa (2020)</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KNN, SVM, AdaBoost + </a:t>
                      </a:r>
                      <a:r>
                        <a:rPr lang="en-US" sz="1100" kern="1200" dirty="0">
                          <a:solidFill>
                            <a:schemeClr val="tx1"/>
                          </a:solidFill>
                          <a:effectLst/>
                          <a:latin typeface="Times New Roman" panose="02020603050405020304" pitchFamily="18" charset="0"/>
                          <a:ea typeface="+mn-ea"/>
                          <a:cs typeface="Times New Roman" panose="02020603050405020304" pitchFamily="18" charset="0"/>
                        </a:rPr>
                        <a:t>Feature Selection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Heart Disease Dataset</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High classification performance achieved</a:t>
                      </a:r>
                    </a:p>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 Best model : KNN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Feature selection significantly improved prediction accuracy</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367206"/>
                  </a:ext>
                </a:extLst>
              </a:tr>
              <a:tr h="613587">
                <a:tc>
                  <a:txBody>
                    <a:bodyPr/>
                    <a:lstStyle/>
                    <a:p>
                      <a:pPr algn="ctr" rtl="0" fontAlgn="t">
                        <a:buNone/>
                      </a:pPr>
                      <a:r>
                        <a:rPr lang="en-IN" sz="1200" b="0" i="0" u="none" strike="noStrike" dirty="0">
                          <a:solidFill>
                            <a:srgbClr val="00000A"/>
                          </a:solidFill>
                          <a:effectLst/>
                          <a:latin typeface="Times New Roman" panose="02020603050405020304" pitchFamily="18" charset="0"/>
                        </a:rPr>
                        <a:t>2</a:t>
                      </a:r>
                      <a:endParaRPr lang="en-IN"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Deberneh &amp; Kim (2021)</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ANN, RF, XGBoost, LR, ANOVA, Chi-Square, RFE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kern="1200" dirty="0">
                          <a:solidFill>
                            <a:schemeClr val="tx1"/>
                          </a:solidFill>
                          <a:effectLst/>
                          <a:latin typeface="Times New Roman" panose="02020603050405020304" pitchFamily="18" charset="0"/>
                          <a:ea typeface="+mn-ea"/>
                          <a:cs typeface="Times New Roman" panose="02020603050405020304" pitchFamily="18" charset="0"/>
                        </a:rPr>
                        <a:t>Electronic Health Record (EHR) Dataset</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kern="1200" dirty="0">
                          <a:solidFill>
                            <a:schemeClr val="tx1"/>
                          </a:solidFill>
                          <a:effectLst/>
                          <a:latin typeface="Times New Roman" panose="02020603050405020304" pitchFamily="18" charset="0"/>
                          <a:ea typeface="+mn-ea"/>
                          <a:cs typeface="Times New Roman" panose="02020603050405020304" pitchFamily="18" charset="0"/>
                        </a:rPr>
                        <a:t>Accuracy: 95.0%</a:t>
                      </a:r>
                    </a:p>
                    <a:p>
                      <a:pPr algn="ctr">
                        <a:lnSpc>
                          <a:spcPct val="115000"/>
                        </a:lnSpc>
                        <a:spcAft>
                          <a:spcPts val="1000"/>
                        </a:spcAft>
                        <a:buNone/>
                      </a:pPr>
                      <a:r>
                        <a:rPr lang="en-IN" sz="1100" kern="12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Best model: XGBoost</a:t>
                      </a:r>
                      <a:endParaRPr lang="en-US"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Important diabetes risk factors were successfully identified</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5151402"/>
                  </a:ext>
                </a:extLst>
              </a:tr>
              <a:tr h="613587">
                <a:tc>
                  <a:txBody>
                    <a:bodyPr/>
                    <a:lstStyle/>
                    <a:p>
                      <a:pPr algn="ctr" rtl="0" fontAlgn="t">
                        <a:buNone/>
                      </a:pPr>
                      <a:r>
                        <a:rPr lang="en-IN" sz="1200" b="0" i="0" u="none" strike="noStrike" dirty="0">
                          <a:solidFill>
                            <a:srgbClr val="00000A"/>
                          </a:solidFill>
                          <a:effectLst/>
                          <a:latin typeface="Times New Roman" panose="02020603050405020304" pitchFamily="18" charset="0"/>
                        </a:rPr>
                        <a:t>3</a:t>
                      </a:r>
                      <a:endParaRPr lang="en-IN"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Rajendra &amp; Latifi (2021)</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Logistic Regression + Ensemble Learning</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Diabetes Dataset</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kern="1200" dirty="0">
                          <a:solidFill>
                            <a:schemeClr val="tx1"/>
                          </a:solidFill>
                          <a:effectLst/>
                          <a:latin typeface="Times New Roman" panose="02020603050405020304" pitchFamily="18" charset="0"/>
                          <a:ea typeface="+mn-ea"/>
                          <a:cs typeface="Times New Roman" panose="02020603050405020304" pitchFamily="18" charset="0"/>
                        </a:rPr>
                        <a:t>Accuracy: 90.0%</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kern="1200" dirty="0">
                          <a:solidFill>
                            <a:schemeClr val="tx1"/>
                          </a:solidFill>
                          <a:effectLst/>
                          <a:latin typeface="Times New Roman" panose="02020603050405020304" pitchFamily="18" charset="0"/>
                          <a:ea typeface="+mn-ea"/>
                          <a:cs typeface="Times New Roman" panose="02020603050405020304" pitchFamily="18" charset="0"/>
                        </a:rPr>
                        <a:t>Ensemble learning improved diabetes prediction robustness</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5515278"/>
                  </a:ext>
                </a:extLst>
              </a:tr>
              <a:tr h="679363">
                <a:tc>
                  <a:txBody>
                    <a:bodyPr/>
                    <a:lstStyle/>
                    <a:p>
                      <a:pPr algn="ctr" rtl="0" fontAlgn="t">
                        <a:buNone/>
                      </a:pPr>
                      <a:r>
                        <a:rPr lang="en-IN" sz="1200" b="0" i="0" u="none" strike="noStrike" dirty="0">
                          <a:solidFill>
                            <a:srgbClr val="00000A"/>
                          </a:solidFill>
                          <a:effectLst/>
                          <a:latin typeface="Times New Roman" panose="02020603050405020304" pitchFamily="18" charset="0"/>
                        </a:rPr>
                        <a:t>4</a:t>
                      </a:r>
                      <a:endParaRPr lang="en-IN"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Poonia et al. (2022)</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LR, SVM, NB, KNN, ANN + RFE + Chi-Square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UCI CKD Dataset (400 records)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98.75% accuracy achieved</a:t>
                      </a:r>
                    </a:p>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Best model: LR</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LR + Feature selection improved CKD detection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2922654"/>
                  </a:ext>
                </a:extLst>
              </a:tr>
              <a:tr h="763920">
                <a:tc>
                  <a:txBody>
                    <a:bodyPr/>
                    <a:lstStyle/>
                    <a:p>
                      <a:pPr algn="ctr" rtl="0" fontAlgn="t">
                        <a:buNone/>
                      </a:pPr>
                      <a:r>
                        <a:rPr lang="en-IN" sz="1200" b="0" i="0" u="none" strike="noStrike" dirty="0">
                          <a:solidFill>
                            <a:srgbClr val="00000A"/>
                          </a:solidFill>
                          <a:effectLst/>
                          <a:latin typeface="Times New Roman" panose="02020603050405020304" pitchFamily="18" charset="0"/>
                        </a:rPr>
                        <a:t>5</a:t>
                      </a:r>
                      <a:endParaRPr lang="en-IN" dirty="0">
                        <a:effectLst/>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Ahmad et al. (2022)</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Mixed Machine Learning Approach</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Heart Disease Dataset</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Accuracy: 93.0%</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t>Multiple clinical features improved heart disease prediction.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9220028"/>
                  </a:ext>
                </a:extLst>
              </a:tr>
            </a:tbl>
          </a:graphicData>
        </a:graphic>
      </p:graphicFrame>
      <p:pic>
        <p:nvPicPr>
          <p:cNvPr id="2" name="Picture 2">
            <a:extLst>
              <a:ext uri="{FF2B5EF4-FFF2-40B4-BE49-F238E27FC236}">
                <a16:creationId xmlns:a16="http://schemas.microsoft.com/office/drawing/2014/main" id="{9E2A3CD2-8B4E-3C78-00D2-17F10435A19F}"/>
              </a:ext>
            </a:extLst>
          </p:cNvPr>
          <p:cNvPicPr/>
          <p:nvPr/>
        </p:nvPicPr>
        <p:blipFill>
          <a:blip r:embed="rId2" cstate="print"/>
          <a:stretch/>
        </p:blipFill>
        <p:spPr>
          <a:xfrm>
            <a:off x="8173832" y="1890"/>
            <a:ext cx="970168" cy="913676"/>
          </a:xfrm>
          <a:prstGeom prst="rect">
            <a:avLst/>
          </a:prstGeom>
          <a:ln>
            <a:noFill/>
          </a:ln>
        </p:spPr>
      </p:pic>
      <p:sp>
        <p:nvSpPr>
          <p:cNvPr id="4" name="TextBox 3">
            <a:extLst>
              <a:ext uri="{FF2B5EF4-FFF2-40B4-BE49-F238E27FC236}">
                <a16:creationId xmlns:a16="http://schemas.microsoft.com/office/drawing/2014/main" id="{C7AACDCF-2ADE-EFE2-2022-EA901751EADF}"/>
              </a:ext>
            </a:extLst>
          </p:cNvPr>
          <p:cNvSpPr txBox="1"/>
          <p:nvPr/>
        </p:nvSpPr>
        <p:spPr>
          <a:xfrm>
            <a:off x="614536" y="733047"/>
            <a:ext cx="7261576" cy="276999"/>
          </a:xfrm>
          <a:prstGeom prst="rect">
            <a:avLst/>
          </a:prstGeom>
          <a:noFill/>
        </p:spPr>
        <p:txBody>
          <a:bodyPr wrap="square" rtlCol="0">
            <a:spAutoFit/>
          </a:bodyPr>
          <a:lstStyle/>
          <a:p>
            <a:pPr algn="ctr"/>
            <a:r>
              <a:rPr lang="en-US" sz="1200" dirty="0"/>
              <a:t>Table 1:Summary of Existing Approaches and Research </a:t>
            </a:r>
            <a:r>
              <a:rPr lang="en-IN" sz="1200" dirty="0"/>
              <a:t>Limitations</a:t>
            </a:r>
          </a:p>
        </p:txBody>
      </p:sp>
    </p:spTree>
    <p:extLst>
      <p:ext uri="{BB962C8B-B14F-4D97-AF65-F5344CB8AC3E}">
        <p14:creationId xmlns:p14="http://schemas.microsoft.com/office/powerpoint/2010/main" val="2160661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3A3B5-1EA8-5093-610B-4EC318D0D786}"/>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2CEF3441-3E55-5D78-DB4C-775471858A8C}"/>
              </a:ext>
            </a:extLst>
          </p:cNvPr>
          <p:cNvSpPr txBox="1"/>
          <p:nvPr/>
        </p:nvSpPr>
        <p:spPr>
          <a:xfrm>
            <a:off x="251520" y="310060"/>
            <a:ext cx="7922312" cy="519000"/>
          </a:xfrm>
          <a:prstGeom prst="rect">
            <a:avLst/>
          </a:prstGeom>
          <a:noFill/>
          <a:ln>
            <a:noFill/>
          </a:ln>
        </p:spPr>
        <p:txBody>
          <a:bodyPr lIns="90000" tIns="45000" rIns="90000" bIns="45000" anchor="ctr">
            <a:normAutofit fontScale="25000" lnSpcReduction="20000"/>
          </a:bodyPr>
          <a:lstStyle/>
          <a:p>
            <a:pPr>
              <a:lnSpc>
                <a:spcPct val="100000"/>
              </a:lnSpc>
            </a:pPr>
            <a:br>
              <a:rPr dirty="0"/>
            </a:br>
            <a:r>
              <a:rPr lang="en-US" sz="11200" b="1" spc="-1" dirty="0">
                <a:solidFill>
                  <a:srgbClr val="572314"/>
                </a:solidFill>
                <a:latin typeface="Times New Roman" pitchFamily="18" charset="0"/>
                <a:cs typeface="Times New Roman" pitchFamily="18" charset="0"/>
              </a:rPr>
              <a:t>Literature Review                                               </a:t>
            </a:r>
          </a:p>
        </p:txBody>
      </p:sp>
      <p:sp>
        <p:nvSpPr>
          <p:cNvPr id="111" name="TextShape 3">
            <a:extLst>
              <a:ext uri="{FF2B5EF4-FFF2-40B4-BE49-F238E27FC236}">
                <a16:creationId xmlns:a16="http://schemas.microsoft.com/office/drawing/2014/main" id="{32A540F5-31E2-7EF8-E2B6-BCAEC1705F09}"/>
              </a:ext>
            </a:extLst>
          </p:cNvPr>
          <p:cNvSpPr txBox="1"/>
          <p:nvPr/>
        </p:nvSpPr>
        <p:spPr>
          <a:xfrm>
            <a:off x="8613720" y="4786560"/>
            <a:ext cx="456840" cy="356940"/>
          </a:xfrm>
          <a:prstGeom prst="rect">
            <a:avLst/>
          </a:prstGeom>
          <a:noFill/>
          <a:ln>
            <a:noFill/>
          </a:ln>
        </p:spPr>
        <p:txBody>
          <a:bodyPr lIns="90000" tIns="45000" rIns="90000" bIns="45000" anchor="b">
            <a:noAutofit/>
          </a:bodyPr>
          <a:lstStyle/>
          <a:p>
            <a:pPr algn="ctr">
              <a:lnSpc>
                <a:spcPct val="100000"/>
              </a:lnSpc>
            </a:pPr>
            <a:fld id="{528F5C0C-45A4-465E-8315-A9258DDEFD0F}" type="slidenum">
              <a:rPr lang="en-IN" sz="1200" b="0" strike="noStrike" spc="-1">
                <a:solidFill>
                  <a:srgbClr val="B5A989"/>
                </a:solidFill>
                <a:latin typeface="Gill Sans MT"/>
              </a:rPr>
              <a:pPr algn="ctr">
                <a:lnSpc>
                  <a:spcPct val="100000"/>
                </a:lnSpc>
              </a:pPr>
              <a:t>6</a:t>
            </a:fld>
            <a:endParaRPr lang="en-IN" sz="1200" b="0" strike="noStrike" spc="-1" dirty="0">
              <a:latin typeface="Times New Roman"/>
            </a:endParaRPr>
          </a:p>
        </p:txBody>
      </p:sp>
      <p:graphicFrame>
        <p:nvGraphicFramePr>
          <p:cNvPr id="5" name="Table 4">
            <a:extLst>
              <a:ext uri="{FF2B5EF4-FFF2-40B4-BE49-F238E27FC236}">
                <a16:creationId xmlns:a16="http://schemas.microsoft.com/office/drawing/2014/main" id="{22F1F3DE-F17E-80E7-FF1F-38CF5258C25D}"/>
              </a:ext>
            </a:extLst>
          </p:cNvPr>
          <p:cNvGraphicFramePr>
            <a:graphicFrameLocks noGrp="1"/>
          </p:cNvGraphicFramePr>
          <p:nvPr>
            <p:extLst>
              <p:ext uri="{D42A27DB-BD31-4B8C-83A1-F6EECF244321}">
                <p14:modId xmlns:p14="http://schemas.microsoft.com/office/powerpoint/2010/main" val="1527450091"/>
              </p:ext>
            </p:extLst>
          </p:nvPr>
        </p:nvGraphicFramePr>
        <p:xfrm>
          <a:off x="251520" y="929491"/>
          <a:ext cx="8080966" cy="4035539"/>
        </p:xfrm>
        <a:graphic>
          <a:graphicData uri="http://schemas.openxmlformats.org/drawingml/2006/table">
            <a:tbl>
              <a:tblPr>
                <a:tableStyleId>{2D5ABB26-0587-4C30-8999-92F81FD0307C}</a:tableStyleId>
              </a:tblPr>
              <a:tblGrid>
                <a:gridCol w="440299">
                  <a:extLst>
                    <a:ext uri="{9D8B030D-6E8A-4147-A177-3AD203B41FA5}">
                      <a16:colId xmlns:a16="http://schemas.microsoft.com/office/drawing/2014/main" val="1586386814"/>
                    </a:ext>
                  </a:extLst>
                </a:gridCol>
                <a:gridCol w="1403164">
                  <a:extLst>
                    <a:ext uri="{9D8B030D-6E8A-4147-A177-3AD203B41FA5}">
                      <a16:colId xmlns:a16="http://schemas.microsoft.com/office/drawing/2014/main" val="72745029"/>
                    </a:ext>
                  </a:extLst>
                </a:gridCol>
                <a:gridCol w="1412967">
                  <a:extLst>
                    <a:ext uri="{9D8B030D-6E8A-4147-A177-3AD203B41FA5}">
                      <a16:colId xmlns:a16="http://schemas.microsoft.com/office/drawing/2014/main" val="2896141208"/>
                    </a:ext>
                  </a:extLst>
                </a:gridCol>
                <a:gridCol w="1512168">
                  <a:extLst>
                    <a:ext uri="{9D8B030D-6E8A-4147-A177-3AD203B41FA5}">
                      <a16:colId xmlns:a16="http://schemas.microsoft.com/office/drawing/2014/main" val="588874996"/>
                    </a:ext>
                  </a:extLst>
                </a:gridCol>
                <a:gridCol w="1656184">
                  <a:extLst>
                    <a:ext uri="{9D8B030D-6E8A-4147-A177-3AD203B41FA5}">
                      <a16:colId xmlns:a16="http://schemas.microsoft.com/office/drawing/2014/main" val="234623109"/>
                    </a:ext>
                  </a:extLst>
                </a:gridCol>
                <a:gridCol w="1656184">
                  <a:extLst>
                    <a:ext uri="{9D8B030D-6E8A-4147-A177-3AD203B41FA5}">
                      <a16:colId xmlns:a16="http://schemas.microsoft.com/office/drawing/2014/main" val="2132397935"/>
                    </a:ext>
                  </a:extLst>
                </a:gridCol>
              </a:tblGrid>
              <a:tr h="449447">
                <a:tc>
                  <a:txBody>
                    <a:bodyPr/>
                    <a:lstStyle/>
                    <a:p>
                      <a:pPr algn="ctr" rtl="0" fontAlgn="t">
                        <a:buNone/>
                      </a:pPr>
                      <a:r>
                        <a:rPr lang="en-IN" sz="1200" b="1" i="0" u="none" strike="noStrike">
                          <a:solidFill>
                            <a:srgbClr val="00000A"/>
                          </a:solidFill>
                          <a:effectLst/>
                          <a:latin typeface="Times New Roman" panose="02020603050405020304" pitchFamily="18" charset="0"/>
                          <a:cs typeface="Times New Roman" panose="02020603050405020304" pitchFamily="18" charset="0"/>
                        </a:rPr>
                        <a:t>S. No.</a:t>
                      </a:r>
                      <a:endParaRPr lang="en-IN" sz="1200" b="1"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a:solidFill>
                            <a:srgbClr val="00000A"/>
                          </a:solidFill>
                          <a:effectLst/>
                          <a:latin typeface="Times New Roman" panose="02020603050405020304" pitchFamily="18" charset="0"/>
                          <a:cs typeface="Times New Roman" panose="02020603050405020304" pitchFamily="18" charset="0"/>
                        </a:rPr>
                        <a:t>Author &amp; Year</a:t>
                      </a:r>
                      <a:endParaRPr lang="en-IN" sz="1200" b="1"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a:solidFill>
                            <a:srgbClr val="00000A"/>
                          </a:solidFill>
                          <a:effectLst/>
                          <a:latin typeface="Times New Roman" panose="02020603050405020304" pitchFamily="18" charset="0"/>
                          <a:cs typeface="Times New Roman" panose="02020603050405020304" pitchFamily="18" charset="0"/>
                        </a:rPr>
                        <a:t>Method / Technique used</a:t>
                      </a:r>
                      <a:endParaRPr lang="en-IN" sz="1200" b="1"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a:solidFill>
                            <a:srgbClr val="00000A"/>
                          </a:solidFill>
                          <a:effectLst/>
                          <a:latin typeface="Times New Roman" panose="02020603050405020304" pitchFamily="18" charset="0"/>
                          <a:cs typeface="Times New Roman" panose="02020603050405020304" pitchFamily="18" charset="0"/>
                        </a:rPr>
                        <a:t>Dataset Used</a:t>
                      </a:r>
                      <a:endParaRPr lang="en-IN" sz="1200" b="1"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a:solidFill>
                            <a:srgbClr val="00000A"/>
                          </a:solidFill>
                          <a:effectLst/>
                          <a:latin typeface="Times New Roman" panose="02020603050405020304" pitchFamily="18" charset="0"/>
                          <a:cs typeface="Times New Roman" panose="02020603050405020304" pitchFamily="18" charset="0"/>
                        </a:rPr>
                        <a:t>Research Outcomes</a:t>
                      </a:r>
                      <a:endParaRPr lang="en-IN" sz="1200" b="1"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buNone/>
                      </a:pPr>
                      <a:r>
                        <a:rPr lang="en-IN" sz="1200" b="1" i="0" u="none" strike="noStrike" dirty="0">
                          <a:solidFill>
                            <a:srgbClr val="00000A"/>
                          </a:solidFill>
                          <a:effectLst/>
                          <a:latin typeface="Times New Roman" panose="02020603050405020304" pitchFamily="18" charset="0"/>
                          <a:cs typeface="Times New Roman" panose="02020603050405020304" pitchFamily="18" charset="0"/>
                        </a:rPr>
                        <a:t>Findings</a:t>
                      </a:r>
                      <a:endParaRPr lang="en-IN" sz="1200" b="1"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1433640"/>
                  </a:ext>
                </a:extLst>
              </a:tr>
              <a:tr h="637418">
                <a:tc>
                  <a:txBody>
                    <a:bodyPr/>
                    <a:lstStyle/>
                    <a:p>
                      <a:pPr algn="ctr" rtl="0" fontAlgn="t">
                        <a:buNone/>
                      </a:pPr>
                      <a:r>
                        <a:rPr lang="en-IN" sz="1200" b="0" i="0" u="none" strike="noStrike" dirty="0">
                          <a:solidFill>
                            <a:srgbClr val="00000A"/>
                          </a:solidFill>
                          <a:effectLst/>
                          <a:latin typeface="Times New Roman" panose="02020603050405020304" pitchFamily="18" charset="0"/>
                          <a:cs typeface="Times New Roman" panose="02020603050405020304" pitchFamily="18" charset="0"/>
                        </a:rPr>
                        <a:t>6</a:t>
                      </a:r>
                      <a:endParaRPr lang="en-IN" sz="1200"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Hassan et al. (2022)</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RF, DT, SVM, KNN, ML Classifiers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kern="1200" dirty="0">
                          <a:solidFill>
                            <a:schemeClr val="tx1"/>
                          </a:solidFill>
                          <a:effectLst/>
                          <a:latin typeface="Times New Roman" panose="02020603050405020304" pitchFamily="18" charset="0"/>
                          <a:ea typeface="+mn-ea"/>
                          <a:cs typeface="Times New Roman" panose="02020603050405020304" pitchFamily="18" charset="0"/>
                        </a:rPr>
                        <a:t>Coronary Heart Disease Dataset</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kern="1200" dirty="0">
                          <a:solidFill>
                            <a:schemeClr val="tx1"/>
                          </a:solidFill>
                          <a:effectLst/>
                          <a:latin typeface="Times New Roman" panose="02020603050405020304" pitchFamily="18" charset="0"/>
                          <a:ea typeface="+mn-ea"/>
                          <a:cs typeface="Times New Roman" panose="02020603050405020304" pitchFamily="18" charset="0"/>
                        </a:rPr>
                        <a:t>Accuracy: 96.0%</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ML supported early cardiovascular risk assessment</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367206"/>
                  </a:ext>
                </a:extLst>
              </a:tr>
              <a:tr h="648072">
                <a:tc>
                  <a:txBody>
                    <a:bodyPr/>
                    <a:lstStyle/>
                    <a:p>
                      <a:pPr algn="ctr" rtl="0" fontAlgn="t">
                        <a:buNone/>
                      </a:pPr>
                      <a:r>
                        <a:rPr lang="en-IN" sz="1200" b="0" i="0" u="none" strike="noStrike" dirty="0">
                          <a:solidFill>
                            <a:srgbClr val="00000A"/>
                          </a:solidFill>
                          <a:effectLst/>
                          <a:latin typeface="Times New Roman" panose="02020603050405020304" pitchFamily="18" charset="0"/>
                          <a:cs typeface="Times New Roman" panose="02020603050405020304" pitchFamily="18" charset="0"/>
                        </a:rPr>
                        <a:t>7</a:t>
                      </a:r>
                      <a:endParaRPr lang="en-IN" sz="1200"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Islam et al. (2022)</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XGBoost, RF, DT, KNN, SVM</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CKD Dataset</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High CKD classification accuracy</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t>XGBoost achieved high CKD prediction performance.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5151402"/>
                  </a:ext>
                </a:extLst>
              </a:tr>
              <a:tr h="731911">
                <a:tc>
                  <a:txBody>
                    <a:bodyPr/>
                    <a:lstStyle/>
                    <a:p>
                      <a:pPr algn="ctr" rtl="0" fontAlgn="t">
                        <a:buNone/>
                      </a:pPr>
                      <a:r>
                        <a:rPr lang="en-IN" sz="1200" b="0" i="0" u="none" strike="noStrike" dirty="0">
                          <a:solidFill>
                            <a:srgbClr val="00000A"/>
                          </a:solidFill>
                          <a:effectLst/>
                          <a:latin typeface="Times New Roman" panose="02020603050405020304" pitchFamily="18" charset="0"/>
                          <a:cs typeface="Times New Roman" panose="02020603050405020304" pitchFamily="18" charset="0"/>
                        </a:rPr>
                        <a:t>8</a:t>
                      </a:r>
                      <a:endParaRPr lang="en-IN" sz="1200"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Uddin et al. (2023)</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DT, RF, XGBoost, AdaBoost, SVM, MLP</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Combined Heart Disease Dataset</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Decision Tree achieved highest performance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t>Combined datasets improved cardiovascular disease prediction.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5515278"/>
                  </a:ext>
                </a:extLst>
              </a:tr>
              <a:tr h="613391">
                <a:tc>
                  <a:txBody>
                    <a:bodyPr/>
                    <a:lstStyle/>
                    <a:p>
                      <a:pPr algn="ctr" rtl="0" fontAlgn="t">
                        <a:buNone/>
                      </a:pPr>
                      <a:r>
                        <a:rPr lang="en-IN" sz="1200" b="0" i="0" u="none" strike="noStrike" dirty="0">
                          <a:solidFill>
                            <a:srgbClr val="00000A"/>
                          </a:solidFill>
                          <a:effectLst/>
                          <a:latin typeface="Times New Roman" panose="02020603050405020304" pitchFamily="18" charset="0"/>
                          <a:cs typeface="Times New Roman" panose="02020603050405020304" pitchFamily="18" charset="0"/>
                        </a:rPr>
                        <a:t>9</a:t>
                      </a:r>
                      <a:endParaRPr lang="en-IN" sz="1200"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Nguyen et al. (2023)</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LR, DT, RF, KNN, SVC, AdaBoost, GB</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200" kern="1200" dirty="0">
                          <a:solidFill>
                            <a:schemeClr val="tx1"/>
                          </a:solidFill>
                          <a:effectLst/>
                          <a:latin typeface="Times New Roman" panose="02020603050405020304" pitchFamily="18" charset="0"/>
                          <a:ea typeface="+mn-ea"/>
                          <a:cs typeface="Times New Roman" panose="02020603050405020304" pitchFamily="18" charset="0"/>
                        </a:rPr>
                        <a:t>Type-2 Diabetes Dataset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Effective physician-support tool</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ML improves diabetes diagnosis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2922654"/>
                  </a:ext>
                </a:extLst>
              </a:tr>
              <a:tr h="865952">
                <a:tc>
                  <a:txBody>
                    <a:bodyPr/>
                    <a:lstStyle/>
                    <a:p>
                      <a:pPr algn="ctr" rtl="0" fontAlgn="t">
                        <a:buNone/>
                      </a:pPr>
                      <a:r>
                        <a:rPr lang="en-IN" sz="1200" b="0" i="0" u="none" strike="noStrike" dirty="0">
                          <a:solidFill>
                            <a:srgbClr val="00000A"/>
                          </a:solidFill>
                          <a:effectLst/>
                          <a:latin typeface="Times New Roman" panose="02020603050405020304" pitchFamily="18" charset="0"/>
                          <a:cs typeface="Times New Roman" panose="02020603050405020304" pitchFamily="18" charset="0"/>
                        </a:rPr>
                        <a:t>10</a:t>
                      </a:r>
                      <a:endParaRPr lang="en-IN" sz="1200" dirty="0">
                        <a:effectLst/>
                        <a:latin typeface="Times New Roman" panose="02020603050405020304" pitchFamily="18" charset="0"/>
                        <a:cs typeface="Times New Roman" panose="02020603050405020304" pitchFamily="18" charset="0"/>
                      </a:endParaRPr>
                    </a:p>
                  </a:txBody>
                  <a:tcPr marL="63500" marR="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Alzboon et al. (2025)</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RF, DT, LR, KNN, SVM, Neural Network</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Pima Indians Diabetes Dataset</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Neural Network performed best   Accuracy achieved:</a:t>
                      </a:r>
                      <a:r>
                        <a:rPr lang="en-US" sz="1100" kern="1200" dirty="0">
                          <a:solidFill>
                            <a:schemeClr val="tx1"/>
                          </a:solidFill>
                          <a:effectLst/>
                          <a:latin typeface="Times New Roman" panose="02020603050405020304" pitchFamily="18" charset="0"/>
                          <a:ea typeface="+mn-ea"/>
                          <a:cs typeface="Times New Roman" panose="02020603050405020304" pitchFamily="18" charset="0"/>
                        </a:rPr>
                        <a:t>78.57%</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buNone/>
                      </a:pPr>
                      <a:r>
                        <a:rPr lang="en-US" sz="1100" dirty="0"/>
                        <a:t>NN and RF models demonstrated effective diabetes prediction capability using clinical health parameters.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9220028"/>
                  </a:ext>
                </a:extLst>
              </a:tr>
            </a:tbl>
          </a:graphicData>
        </a:graphic>
      </p:graphicFrame>
      <p:pic>
        <p:nvPicPr>
          <p:cNvPr id="2" name="Picture 2">
            <a:extLst>
              <a:ext uri="{FF2B5EF4-FFF2-40B4-BE49-F238E27FC236}">
                <a16:creationId xmlns:a16="http://schemas.microsoft.com/office/drawing/2014/main" id="{37822D16-4F0F-653B-D43B-43CBCB86423F}"/>
              </a:ext>
            </a:extLst>
          </p:cNvPr>
          <p:cNvPicPr/>
          <p:nvPr/>
        </p:nvPicPr>
        <p:blipFill>
          <a:blip r:embed="rId2" cstate="print"/>
          <a:stretch/>
        </p:blipFill>
        <p:spPr>
          <a:xfrm>
            <a:off x="8173832" y="-4162"/>
            <a:ext cx="970168" cy="913676"/>
          </a:xfrm>
          <a:prstGeom prst="rect">
            <a:avLst/>
          </a:prstGeom>
          <a:ln>
            <a:noFill/>
          </a:ln>
        </p:spPr>
      </p:pic>
    </p:spTree>
    <p:extLst>
      <p:ext uri="{BB962C8B-B14F-4D97-AF65-F5344CB8AC3E}">
        <p14:creationId xmlns:p14="http://schemas.microsoft.com/office/powerpoint/2010/main" val="703183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F9377-90C0-0315-2E0E-D3987B4BB5F7}"/>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98A1BA01-D1E7-7AEE-A1B0-FAE1027D7D79}"/>
              </a:ext>
            </a:extLst>
          </p:cNvPr>
          <p:cNvSpPr txBox="1"/>
          <p:nvPr/>
        </p:nvSpPr>
        <p:spPr>
          <a:xfrm>
            <a:off x="480212" y="260144"/>
            <a:ext cx="8361928" cy="439398"/>
          </a:xfrm>
          <a:prstGeom prst="rect">
            <a:avLst/>
          </a:prstGeom>
          <a:noFill/>
          <a:ln>
            <a:noFill/>
          </a:ln>
        </p:spPr>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Research Gap &amp; Improvements</a:t>
            </a:r>
          </a:p>
        </p:txBody>
      </p:sp>
      <p:sp>
        <p:nvSpPr>
          <p:cNvPr id="106" name="TextShape 2">
            <a:extLst>
              <a:ext uri="{FF2B5EF4-FFF2-40B4-BE49-F238E27FC236}">
                <a16:creationId xmlns:a16="http://schemas.microsoft.com/office/drawing/2014/main" id="{50E6CA8D-B2CA-6B1F-3070-ABCE97CC5173}"/>
              </a:ext>
            </a:extLst>
          </p:cNvPr>
          <p:cNvSpPr txBox="1"/>
          <p:nvPr/>
        </p:nvSpPr>
        <p:spPr>
          <a:xfrm>
            <a:off x="539552" y="771550"/>
            <a:ext cx="7693620" cy="4314440"/>
          </a:xfrm>
          <a:prstGeom prst="rect">
            <a:avLst/>
          </a:prstGeom>
          <a:noFill/>
          <a:ln>
            <a:noFill/>
          </a:ln>
        </p:spPr>
        <p:txBody>
          <a:bodyPr lIns="90000" tIns="45000" rIns="90000" bIns="45000">
            <a:noAutofit/>
          </a:bodyPr>
          <a:lstStyle/>
          <a:p>
            <a:pPr algn="just"/>
            <a:r>
              <a:rPr lang="en-US" sz="2000" b="1" spc="-1" dirty="0">
                <a:solidFill>
                  <a:srgbClr val="000000"/>
                </a:solidFill>
                <a:latin typeface="Times New Roman"/>
              </a:rPr>
              <a:t>Research Gaps Identified:</a:t>
            </a:r>
          </a:p>
          <a:p>
            <a:pPr algn="just"/>
            <a:endParaRPr lang="en-US" sz="1600" spc="-1" dirty="0">
              <a:solidFill>
                <a:srgbClr val="000000"/>
              </a:solidFill>
              <a:latin typeface="Times New Roman"/>
            </a:endParaRPr>
          </a:p>
          <a:p>
            <a:pPr marL="342900" indent="-342900" algn="just">
              <a:buChar char="•"/>
            </a:pPr>
            <a:r>
              <a:rPr lang="en-US" sz="1600" spc="-1" dirty="0">
                <a:solidFill>
                  <a:srgbClr val="000000"/>
                </a:solidFill>
                <a:latin typeface="Times New Roman"/>
              </a:rPr>
              <a:t>Most systems focus on a single chronic disease (either diabetes or cardiovascular disease) instead of a multi-disease prediction system.</a:t>
            </a:r>
          </a:p>
          <a:p>
            <a:pPr marL="342900" indent="-342900" algn="just">
              <a:buChar char="•"/>
            </a:pPr>
            <a:endParaRPr lang="en-US" sz="1600" spc="-1" dirty="0">
              <a:solidFill>
                <a:srgbClr val="000000"/>
              </a:solidFill>
              <a:latin typeface="Times New Roman"/>
            </a:endParaRPr>
          </a:p>
          <a:p>
            <a:pPr marL="342900" indent="-342900" algn="just">
              <a:buChar char="•"/>
            </a:pPr>
            <a:r>
              <a:rPr lang="en-US" sz="1600" dirty="0">
                <a:latin typeface="Times New Roman" panose="02020603050405020304" pitchFamily="18" charset="0"/>
                <a:cs typeface="Times New Roman" panose="02020603050405020304" pitchFamily="18" charset="0"/>
              </a:rPr>
              <a:t>Although several studies compare multiple machine learning algorithms, many do not integrate feature selection, class imbalance handling, hyperparameter optimization, and threshold tuning within a single prediction framework.</a:t>
            </a:r>
          </a:p>
          <a:p>
            <a:pPr marL="342900" indent="-342900" algn="just">
              <a:buChar char="•"/>
            </a:pPr>
            <a:endParaRPr lang="en-US" sz="1600" spc="-1" dirty="0">
              <a:solidFill>
                <a:srgbClr val="000000"/>
              </a:solidFill>
              <a:latin typeface="Times New Roman"/>
            </a:endParaRPr>
          </a:p>
          <a:p>
            <a:pPr marL="342900" indent="-342900" algn="just">
              <a:buChar char="•"/>
            </a:pPr>
            <a:r>
              <a:rPr lang="en-US" sz="1600" spc="-1" dirty="0">
                <a:solidFill>
                  <a:srgbClr val="000000"/>
                </a:solidFill>
                <a:latin typeface="Times New Roman"/>
              </a:rPr>
              <a:t>Existing systems often use default prediction thresholds (0.5), reducing reliability on imbalanced healthcare datasets.</a:t>
            </a:r>
          </a:p>
          <a:p>
            <a:pPr marL="342900" indent="-342900" algn="just">
              <a:buChar char="•"/>
            </a:pPr>
            <a:endParaRPr lang="en-US" sz="1600" spc="-1" dirty="0">
              <a:solidFill>
                <a:srgbClr val="000000"/>
              </a:solidFill>
              <a:latin typeface="Times New Roman"/>
            </a:endParaRPr>
          </a:p>
          <a:p>
            <a:pPr marL="342900" indent="-342900" algn="just">
              <a:buChar char="•"/>
            </a:pPr>
            <a:r>
              <a:rPr lang="en-US" sz="1600" spc="-1" dirty="0">
                <a:solidFill>
                  <a:srgbClr val="000000"/>
                </a:solidFill>
                <a:latin typeface="Times New Roman"/>
              </a:rPr>
              <a:t>Some systems fail to properly handle class imbalance, leading to biased prediction performance.</a:t>
            </a:r>
          </a:p>
          <a:p>
            <a:pPr marL="342900" indent="-342900" algn="just">
              <a:buChar char="•"/>
            </a:pPr>
            <a:endParaRPr lang="en-US" sz="1600" spc="-1" dirty="0">
              <a:solidFill>
                <a:srgbClr val="000000"/>
              </a:solidFill>
              <a:latin typeface="Times New Roman"/>
            </a:endParaRPr>
          </a:p>
          <a:p>
            <a:pPr marL="342900" indent="-342900" algn="just">
              <a:buChar char="•"/>
            </a:pPr>
            <a:r>
              <a:rPr lang="en-US" sz="1600" spc="-1" dirty="0">
                <a:solidFill>
                  <a:srgbClr val="000000"/>
                </a:solidFill>
                <a:latin typeface="Times New Roman"/>
              </a:rPr>
              <a:t>Many existing studies focus primarily on model development and evaluation, with limited emphasis on user-friendly deployment for real-time prediction.</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fontAlgn="base"/>
            <a:br>
              <a:rPr lang="en-US"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107" name="TextShape 3">
            <a:extLst>
              <a:ext uri="{FF2B5EF4-FFF2-40B4-BE49-F238E27FC236}">
                <a16:creationId xmlns:a16="http://schemas.microsoft.com/office/drawing/2014/main" id="{EBE13820-C3A0-965A-C580-C4C2AFB57D18}"/>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A3663DAC-5F65-9309-F789-B1E6CB71DB67}"/>
              </a:ext>
            </a:extLst>
          </p:cNvPr>
          <p:cNvPicPr/>
          <p:nvPr/>
        </p:nvPicPr>
        <p:blipFill>
          <a:blip r:embed="rId2" cstate="print"/>
          <a:stretch/>
        </p:blipFill>
        <p:spPr>
          <a:xfrm>
            <a:off x="8173832" y="1890"/>
            <a:ext cx="970168" cy="913676"/>
          </a:xfrm>
          <a:prstGeom prst="rect">
            <a:avLst/>
          </a:prstGeom>
          <a:ln>
            <a:noFill/>
          </a:ln>
        </p:spPr>
      </p:pic>
    </p:spTree>
    <p:extLst>
      <p:ext uri="{BB962C8B-B14F-4D97-AF65-F5344CB8AC3E}">
        <p14:creationId xmlns:p14="http://schemas.microsoft.com/office/powerpoint/2010/main" val="1253464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4AA84D-A6D8-CA4B-994E-029AF0438B46}"/>
              </a:ext>
            </a:extLst>
          </p:cNvPr>
          <p:cNvSpPr txBox="1"/>
          <p:nvPr/>
        </p:nvSpPr>
        <p:spPr>
          <a:xfrm>
            <a:off x="611560" y="790714"/>
            <a:ext cx="7706288" cy="4203074"/>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Improvements :</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 a multi-disease prediction system for Diabetes and Cardiovascular Disease on a single platform.</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Apply data preprocessing, feature selection and SMOTE to improve prediction accuracy.</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Compare multiple machine learning models (Logistic Regression, Random Forest, SVM, and XGBoost)  and use hyperparameter optimization to select the best model.</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threshold-based risk classification (Low Risk / High Risk) for better decision-making.</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 a Streamlit web application for real-time prediction and user-friendly interaction.</a:t>
            </a:r>
          </a:p>
        </p:txBody>
      </p:sp>
      <p:sp>
        <p:nvSpPr>
          <p:cNvPr id="3" name="TextBox 2">
            <a:extLst>
              <a:ext uri="{FF2B5EF4-FFF2-40B4-BE49-F238E27FC236}">
                <a16:creationId xmlns:a16="http://schemas.microsoft.com/office/drawing/2014/main" id="{3C68E6D0-165E-5B84-62E9-CDA9B725A92A}"/>
              </a:ext>
            </a:extLst>
          </p:cNvPr>
          <p:cNvSpPr txBox="1"/>
          <p:nvPr/>
        </p:nvSpPr>
        <p:spPr>
          <a:xfrm>
            <a:off x="467544" y="267494"/>
            <a:ext cx="7706288" cy="523220"/>
          </a:xfrm>
          <a:prstGeom prst="rect">
            <a:avLst/>
          </a:prstGeom>
          <a:noFill/>
        </p:spPr>
        <p:txBody>
          <a:bodyPr wrap="square" rtlCol="0">
            <a:spAutoFit/>
          </a:bodyPr>
          <a:lstStyle/>
          <a:p>
            <a:r>
              <a:rPr lang="en-US" sz="2800" b="1" spc="-1" dirty="0">
                <a:solidFill>
                  <a:srgbClr val="572314"/>
                </a:solidFill>
                <a:latin typeface="Times New Roman" pitchFamily="18" charset="0"/>
                <a:cs typeface="Times New Roman" pitchFamily="18" charset="0"/>
              </a:rPr>
              <a:t>Research Gap &amp; Improvements                      </a:t>
            </a:r>
            <a:endParaRPr lang="en-IN" sz="2800" dirty="0"/>
          </a:p>
        </p:txBody>
      </p:sp>
      <p:pic>
        <p:nvPicPr>
          <p:cNvPr id="4" name="Picture 2">
            <a:extLst>
              <a:ext uri="{FF2B5EF4-FFF2-40B4-BE49-F238E27FC236}">
                <a16:creationId xmlns:a16="http://schemas.microsoft.com/office/drawing/2014/main" id="{EDCE1F4A-24DA-E0D1-B175-887C7503672F}"/>
              </a:ext>
            </a:extLst>
          </p:cNvPr>
          <p:cNvPicPr/>
          <p:nvPr/>
        </p:nvPicPr>
        <p:blipFill>
          <a:blip r:embed="rId2" cstate="print"/>
          <a:stretch/>
        </p:blipFill>
        <p:spPr>
          <a:xfrm>
            <a:off x="8173832" y="1890"/>
            <a:ext cx="970168" cy="913676"/>
          </a:xfrm>
          <a:prstGeom prst="rect">
            <a:avLst/>
          </a:prstGeom>
          <a:ln>
            <a:noFill/>
          </a:ln>
        </p:spPr>
      </p:pic>
    </p:spTree>
    <p:extLst>
      <p:ext uri="{BB962C8B-B14F-4D97-AF65-F5344CB8AC3E}">
        <p14:creationId xmlns:p14="http://schemas.microsoft.com/office/powerpoint/2010/main" val="3967966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23BB6-2038-A925-CBFF-AE5C7B68F045}"/>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6A83D4F9-6A70-B531-550F-75261507F927}"/>
              </a:ext>
            </a:extLst>
          </p:cNvPr>
          <p:cNvSpPr txBox="1"/>
          <p:nvPr/>
        </p:nvSpPr>
        <p:spPr>
          <a:xfrm>
            <a:off x="296988" y="308004"/>
            <a:ext cx="7876844" cy="553636"/>
          </a:xfrm>
          <a:prstGeom prst="rect">
            <a:avLst/>
          </a:prstGeom>
          <a:noFill/>
          <a:ln>
            <a:noFill/>
          </a:ln>
        </p:spPr>
        <p:txBody>
          <a:bodyPr lIns="90000" tIns="45000" rIns="90000" bIns="45000" anchor="ctr">
            <a:noAutofit/>
          </a:bodyPr>
          <a:lstStyle/>
          <a:p>
            <a:pPr algn="just">
              <a:defRPr/>
            </a:pPr>
            <a:r>
              <a:rPr lang="en-US" sz="2800" b="1" spc="-1" dirty="0">
                <a:solidFill>
                  <a:srgbClr val="572314"/>
                </a:solidFill>
                <a:latin typeface="Times New Roman" pitchFamily="18" charset="0"/>
                <a:cs typeface="Times New Roman" pitchFamily="18" charset="0"/>
              </a:rPr>
              <a:t>Proposed Solution &amp; Architecture                    </a:t>
            </a:r>
            <a:endParaRPr lang="en-IN" sz="2800" dirty="0"/>
          </a:p>
        </p:txBody>
      </p:sp>
      <p:sp>
        <p:nvSpPr>
          <p:cNvPr id="107" name="TextShape 3">
            <a:extLst>
              <a:ext uri="{FF2B5EF4-FFF2-40B4-BE49-F238E27FC236}">
                <a16:creationId xmlns:a16="http://schemas.microsoft.com/office/drawing/2014/main" id="{320771E2-8565-63F8-ECAC-A81D43F33D1E}"/>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7D423A02-389F-F2FA-52A7-2ED82D575549}"/>
              </a:ext>
            </a:extLst>
          </p:cNvPr>
          <p:cNvPicPr/>
          <p:nvPr/>
        </p:nvPicPr>
        <p:blipFill>
          <a:blip r:embed="rId2" cstate="print"/>
          <a:stretch/>
        </p:blipFill>
        <p:spPr>
          <a:xfrm>
            <a:off x="8173832" y="1890"/>
            <a:ext cx="970168" cy="913676"/>
          </a:xfrm>
          <a:prstGeom prst="rect">
            <a:avLst/>
          </a:prstGeom>
          <a:ln>
            <a:noFill/>
          </a:ln>
        </p:spPr>
      </p:pic>
      <p:sp>
        <p:nvSpPr>
          <p:cNvPr id="2" name="TextBox 1">
            <a:extLst>
              <a:ext uri="{FF2B5EF4-FFF2-40B4-BE49-F238E27FC236}">
                <a16:creationId xmlns:a16="http://schemas.microsoft.com/office/drawing/2014/main" id="{0C725E59-345D-FBD2-5652-4D732DA802D9}"/>
              </a:ext>
            </a:extLst>
          </p:cNvPr>
          <p:cNvSpPr txBox="1"/>
          <p:nvPr/>
        </p:nvSpPr>
        <p:spPr>
          <a:xfrm>
            <a:off x="2663788" y="4752193"/>
            <a:ext cx="3816424" cy="276999"/>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Fig. 1: Schematic Workflow for Disease Risk Prediction</a:t>
            </a:r>
          </a:p>
        </p:txBody>
      </p:sp>
      <p:pic>
        <p:nvPicPr>
          <p:cNvPr id="4" name="Picture 3">
            <a:extLst>
              <a:ext uri="{FF2B5EF4-FFF2-40B4-BE49-F238E27FC236}">
                <a16:creationId xmlns:a16="http://schemas.microsoft.com/office/drawing/2014/main" id="{C2CBD9AC-B728-3EB0-C8D9-E86847DD78BB}"/>
              </a:ext>
            </a:extLst>
          </p:cNvPr>
          <p:cNvPicPr>
            <a:picLocks noChangeAspect="1"/>
          </p:cNvPicPr>
          <p:nvPr/>
        </p:nvPicPr>
        <p:blipFill>
          <a:blip r:embed="rId3">
            <a:extLst>
              <a:ext uri="{28A0092B-C50C-407E-A947-70E740481C1C}">
                <a14:useLocalDpi xmlns:a14="http://schemas.microsoft.com/office/drawing/2010/main" val="0"/>
              </a:ext>
            </a:extLst>
          </a:blip>
          <a:srcRect t="9051" b="12596"/>
          <a:stretch>
            <a:fillRect/>
          </a:stretch>
        </p:blipFill>
        <p:spPr>
          <a:xfrm>
            <a:off x="315284" y="1141868"/>
            <a:ext cx="7947420" cy="3155050"/>
          </a:xfrm>
          <a:prstGeom prst="rect">
            <a:avLst/>
          </a:prstGeom>
        </p:spPr>
      </p:pic>
    </p:spTree>
    <p:extLst>
      <p:ext uri="{BB962C8B-B14F-4D97-AF65-F5344CB8AC3E}">
        <p14:creationId xmlns:p14="http://schemas.microsoft.com/office/powerpoint/2010/main" val="2743450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E96883A-38D4-1CEF-B222-3A5394A272F0}"/>
              </a:ext>
            </a:extLst>
          </p:cNvPr>
          <p:cNvPicPr/>
          <p:nvPr/>
        </p:nvPicPr>
        <p:blipFill>
          <a:blip r:embed="rId3" cstate="print"/>
          <a:stretch/>
        </p:blipFill>
        <p:spPr>
          <a:xfrm>
            <a:off x="8173832" y="1890"/>
            <a:ext cx="970168" cy="913676"/>
          </a:xfrm>
          <a:prstGeom prst="rect">
            <a:avLst/>
          </a:prstGeom>
          <a:ln>
            <a:noFill/>
          </a:ln>
        </p:spPr>
      </p:pic>
      <p:sp>
        <p:nvSpPr>
          <p:cNvPr id="6" name="TextBox 5">
            <a:extLst>
              <a:ext uri="{FF2B5EF4-FFF2-40B4-BE49-F238E27FC236}">
                <a16:creationId xmlns:a16="http://schemas.microsoft.com/office/drawing/2014/main" id="{E81060B1-6CD4-2C5A-9414-E8E47BC5AD1E}"/>
              </a:ext>
            </a:extLst>
          </p:cNvPr>
          <p:cNvSpPr txBox="1"/>
          <p:nvPr/>
        </p:nvSpPr>
        <p:spPr>
          <a:xfrm>
            <a:off x="107504" y="197118"/>
            <a:ext cx="8066328" cy="523220"/>
          </a:xfrm>
          <a:prstGeom prst="rect">
            <a:avLst/>
          </a:prstGeom>
          <a:noFill/>
        </p:spPr>
        <p:txBody>
          <a:bodyPr wrap="square">
            <a:spAutoFit/>
          </a:bodyPr>
          <a:lstStyle/>
          <a:p>
            <a:pPr algn="just">
              <a:defRPr/>
            </a:pPr>
            <a:r>
              <a:rPr kumimoji="0" lang="en-US" sz="28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Proposed Solution &amp; Architecture                     </a:t>
            </a:r>
            <a:endParaRPr lang="en-IN" sz="2800" dirty="0"/>
          </a:p>
        </p:txBody>
      </p:sp>
      <p:sp>
        <p:nvSpPr>
          <p:cNvPr id="7" name="TextBox 6">
            <a:extLst>
              <a:ext uri="{FF2B5EF4-FFF2-40B4-BE49-F238E27FC236}">
                <a16:creationId xmlns:a16="http://schemas.microsoft.com/office/drawing/2014/main" id="{CADD53C3-2692-40B7-AB46-C48841B3CC29}"/>
              </a:ext>
            </a:extLst>
          </p:cNvPr>
          <p:cNvSpPr txBox="1"/>
          <p:nvPr/>
        </p:nvSpPr>
        <p:spPr>
          <a:xfrm>
            <a:off x="324960" y="720338"/>
            <a:ext cx="7848872" cy="4464684"/>
          </a:xfrm>
          <a:prstGeom prst="rect">
            <a:avLst/>
          </a:prstGeom>
          <a:noFill/>
        </p:spPr>
        <p:txBody>
          <a:bodyPr wrap="square" rtlCol="0">
            <a:spAutoFit/>
          </a:bodyPr>
          <a:lstStyle/>
          <a:p>
            <a:pPr algn="just">
              <a:lnSpc>
                <a:spcPct val="115000"/>
              </a:lnSpc>
              <a:spcBef>
                <a:spcPts val="300"/>
              </a:spcBef>
            </a:pPr>
            <a:r>
              <a:rPr lang="en-US" sz="2000" b="1" spc="-1" dirty="0">
                <a:solidFill>
                  <a:srgbClr val="000000"/>
                </a:solidFill>
                <a:latin typeface="Times New Roman"/>
              </a:rPr>
              <a:t>System Workflow:</a:t>
            </a:r>
          </a:p>
          <a:p>
            <a:pPr marL="342900" indent="-342900" algn="just">
              <a:lnSpc>
                <a:spcPct val="150000"/>
              </a:lnSpc>
              <a:buChar char="•"/>
            </a:pPr>
            <a:r>
              <a:rPr lang="en-US" sz="1600" spc="-1" dirty="0">
                <a:solidFill>
                  <a:srgbClr val="000000"/>
                </a:solidFill>
                <a:latin typeface="Times New Roman"/>
              </a:rPr>
              <a:t>Dataset Collection (Diabetes: 6000 records, 19 features and Cardiovascular: 5500 records, 17 features).</a:t>
            </a:r>
          </a:p>
          <a:p>
            <a:pPr marL="342900" indent="-342900" algn="just">
              <a:lnSpc>
                <a:spcPct val="150000"/>
              </a:lnSpc>
              <a:buFontTx/>
              <a:buChar char="•"/>
            </a:pPr>
            <a:r>
              <a:rPr lang="en-US" sz="1600" spc="-1" dirty="0">
                <a:solidFill>
                  <a:srgbClr val="000000"/>
                </a:solidFill>
                <a:latin typeface="Times New Roman"/>
              </a:rPr>
              <a:t>Data Splitting: </a:t>
            </a:r>
            <a:r>
              <a:rPr lang="en-US" sz="1600" dirty="0">
                <a:latin typeface="Times New Roman" panose="02020603050405020304" pitchFamily="18" charset="0"/>
                <a:cs typeface="Times New Roman" panose="02020603050405020304" pitchFamily="18" charset="0"/>
              </a:rPr>
              <a:t>60% training, 20% validation, 20% testing .</a:t>
            </a:r>
            <a:endParaRPr lang="en-US" sz="1600" spc="-1" dirty="0">
              <a:solidFill>
                <a:srgbClr val="000000"/>
              </a:solidFill>
              <a:latin typeface="Times New Roman"/>
            </a:endParaRPr>
          </a:p>
          <a:p>
            <a:pPr marL="342900" indent="-342900" algn="just">
              <a:lnSpc>
                <a:spcPct val="150000"/>
              </a:lnSpc>
              <a:buChar char="•"/>
            </a:pPr>
            <a:r>
              <a:rPr lang="en-IN" sz="1600" dirty="0">
                <a:latin typeface="Times New Roman" panose="02020603050405020304" pitchFamily="18" charset="0"/>
                <a:cs typeface="Times New Roman" panose="02020603050405020304" pitchFamily="18" charset="0"/>
              </a:rPr>
              <a:t>Data Preprocessing using ColumnTransformer : StandardScaler and OneHotEncoder.</a:t>
            </a:r>
          </a:p>
          <a:p>
            <a:pPr marL="342900" indent="-342900" algn="just">
              <a:lnSpc>
                <a:spcPct val="150000"/>
              </a:lnSpc>
              <a:buChar char="•"/>
            </a:pPr>
            <a:r>
              <a:rPr lang="en-US" sz="1600" spc="-1" dirty="0">
                <a:solidFill>
                  <a:srgbClr val="000000"/>
                </a:solidFill>
                <a:latin typeface="Times New Roman"/>
              </a:rPr>
              <a:t>Feature Selection: SelectKBest with ANOVA F-statistic.</a:t>
            </a:r>
          </a:p>
          <a:p>
            <a:pPr marL="342900" indent="-342900" algn="just">
              <a:lnSpc>
                <a:spcPct val="150000"/>
              </a:lnSpc>
              <a:buFontTx/>
              <a:buChar char="•"/>
            </a:pPr>
            <a:r>
              <a:rPr lang="en-US" sz="1600" spc="-1" dirty="0">
                <a:solidFill>
                  <a:srgbClr val="000000"/>
                </a:solidFill>
                <a:latin typeface="Times New Roman"/>
              </a:rPr>
              <a:t>Class Imbalance Handling: SMOTE applied to training set.</a:t>
            </a:r>
          </a:p>
          <a:p>
            <a:pPr marL="342900" indent="-342900" algn="just">
              <a:lnSpc>
                <a:spcPct val="150000"/>
              </a:lnSpc>
              <a:buChar char="•"/>
            </a:pPr>
            <a:r>
              <a:rPr lang="en-US" sz="1600" spc="-1" dirty="0">
                <a:solidFill>
                  <a:srgbClr val="000000"/>
                </a:solidFill>
                <a:latin typeface="Times New Roman"/>
              </a:rPr>
              <a:t>Model Training: Logistic Regression, Random Forest, SVM, and XGBoost.</a:t>
            </a:r>
          </a:p>
          <a:p>
            <a:pPr marL="342900" indent="-342900" algn="just">
              <a:lnSpc>
                <a:spcPct val="150000"/>
              </a:lnSpc>
              <a:buChar char="•"/>
            </a:pPr>
            <a:r>
              <a:rPr lang="en-US" sz="1600" spc="-1" dirty="0">
                <a:solidFill>
                  <a:srgbClr val="000000"/>
                </a:solidFill>
                <a:latin typeface="Times New Roman"/>
              </a:rPr>
              <a:t>Hyperparameter Optimization using Optuna.</a:t>
            </a:r>
          </a:p>
          <a:p>
            <a:pPr marL="342900" indent="-342900" algn="just">
              <a:lnSpc>
                <a:spcPct val="150000"/>
              </a:lnSpc>
              <a:buChar char="•"/>
            </a:pPr>
            <a:r>
              <a:rPr lang="en-IN" sz="1600" dirty="0">
                <a:latin typeface="Times New Roman" panose="02020603050405020304" pitchFamily="18" charset="0"/>
                <a:cs typeface="Times New Roman" panose="02020603050405020304" pitchFamily="18" charset="0"/>
              </a:rPr>
              <a:t>Cross Validation &amp; Threshold Tuning : </a:t>
            </a:r>
            <a:r>
              <a:rPr lang="en-US" sz="1600" dirty="0">
                <a:latin typeface="Times New Roman" panose="02020603050405020304" pitchFamily="18" charset="0"/>
                <a:cs typeface="Times New Roman" panose="02020603050405020304" pitchFamily="18" charset="0"/>
              </a:rPr>
              <a:t>5-Fold CV and best F1-score selection.</a:t>
            </a:r>
            <a:endParaRPr lang="en-IN" sz="1600" dirty="0">
              <a:latin typeface="Times New Roman" panose="02020603050405020304" pitchFamily="18" charset="0"/>
              <a:cs typeface="Times New Roman" panose="02020603050405020304" pitchFamily="18" charset="0"/>
            </a:endParaRPr>
          </a:p>
          <a:p>
            <a:pPr marL="342900" indent="-342900" algn="just">
              <a:lnSpc>
                <a:spcPct val="150000"/>
              </a:lnSpc>
              <a:buChar char="•"/>
            </a:pPr>
            <a:r>
              <a:rPr lang="en-US" sz="1600" spc="-1" dirty="0">
                <a:solidFill>
                  <a:srgbClr val="000000"/>
                </a:solidFill>
                <a:latin typeface="Times New Roman"/>
              </a:rPr>
              <a:t>Model Serialization with Joblib  .pkl model saving.</a:t>
            </a:r>
          </a:p>
          <a:p>
            <a:pPr marL="342900" indent="-342900" algn="just">
              <a:lnSpc>
                <a:spcPct val="150000"/>
              </a:lnSpc>
              <a:buChar char="•"/>
            </a:pPr>
            <a:r>
              <a:rPr lang="en-US" sz="1600" spc="-1" dirty="0">
                <a:solidFill>
                  <a:srgbClr val="000000"/>
                </a:solidFill>
                <a:latin typeface="Times New Roman"/>
              </a:rPr>
              <a:t>Deployment via Streamlit web interface run locally.</a:t>
            </a:r>
          </a:p>
        </p:txBody>
      </p:sp>
    </p:spTree>
    <p:extLst>
      <p:ext uri="{BB962C8B-B14F-4D97-AF65-F5344CB8AC3E}">
        <p14:creationId xmlns:p14="http://schemas.microsoft.com/office/powerpoint/2010/main" val="1254048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32329-4F88-B0E0-0252-E2D8B8F46B7E}"/>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3FEF313C-EFC9-A169-AF9C-C3BF6A2847B6}"/>
              </a:ext>
            </a:extLst>
          </p:cNvPr>
          <p:cNvSpPr txBox="1"/>
          <p:nvPr/>
        </p:nvSpPr>
        <p:spPr>
          <a:xfrm>
            <a:off x="391036" y="344376"/>
            <a:ext cx="7767216" cy="544204"/>
          </a:xfrm>
          <a:prstGeom prst="rect">
            <a:avLst/>
          </a:prstGeom>
          <a:noFill/>
          <a:ln>
            <a:noFill/>
          </a:ln>
        </p:spPr>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Dataset &amp; Tools/Technologies</a:t>
            </a:r>
          </a:p>
        </p:txBody>
      </p:sp>
      <p:sp>
        <p:nvSpPr>
          <p:cNvPr id="107" name="TextShape 3">
            <a:extLst>
              <a:ext uri="{FF2B5EF4-FFF2-40B4-BE49-F238E27FC236}">
                <a16:creationId xmlns:a16="http://schemas.microsoft.com/office/drawing/2014/main" id="{1CD427EE-1FA4-386B-72E7-D515FE14BCF7}"/>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0E8E06F2-3FBE-0B4E-96F3-8E0E72FFBFB9}"/>
              </a:ext>
            </a:extLst>
          </p:cNvPr>
          <p:cNvPicPr/>
          <p:nvPr/>
        </p:nvPicPr>
        <p:blipFill>
          <a:blip r:embed="rId2" cstate="print"/>
          <a:stretch/>
        </p:blipFill>
        <p:spPr>
          <a:xfrm>
            <a:off x="8173832" y="1890"/>
            <a:ext cx="970168" cy="913676"/>
          </a:xfrm>
          <a:prstGeom prst="rect">
            <a:avLst/>
          </a:prstGeom>
          <a:ln>
            <a:noFill/>
          </a:ln>
        </p:spPr>
      </p:pic>
      <p:sp>
        <p:nvSpPr>
          <p:cNvPr id="4" name="TextBox 3">
            <a:extLst>
              <a:ext uri="{FF2B5EF4-FFF2-40B4-BE49-F238E27FC236}">
                <a16:creationId xmlns:a16="http://schemas.microsoft.com/office/drawing/2014/main" id="{DA1BB412-07AF-4D85-595C-CCB9EF3F5FB4}"/>
              </a:ext>
            </a:extLst>
          </p:cNvPr>
          <p:cNvSpPr txBox="1"/>
          <p:nvPr/>
        </p:nvSpPr>
        <p:spPr>
          <a:xfrm>
            <a:off x="467252" y="888580"/>
            <a:ext cx="7691000" cy="4193456"/>
          </a:xfrm>
          <a:prstGeom prst="rect">
            <a:avLst/>
          </a:prstGeom>
          <a:noFill/>
        </p:spPr>
        <p:txBody>
          <a:bodyPr wrap="square" rtlCol="0">
            <a:spAutoFit/>
          </a:bodyPr>
          <a:lstStyle/>
          <a:p>
            <a:pPr algn="just">
              <a:spcBef>
                <a:spcPts val="300"/>
              </a:spcBef>
            </a:pPr>
            <a:r>
              <a:rPr lang="en-US" sz="2000" b="1" spc="-1" dirty="0">
                <a:solidFill>
                  <a:srgbClr val="000000"/>
                </a:solidFill>
                <a:latin typeface="Times New Roman"/>
              </a:rPr>
              <a:t>Datasets Used:</a:t>
            </a:r>
          </a:p>
          <a:p>
            <a:pPr marL="342900" indent="-342900" algn="just">
              <a:buChar char="•"/>
            </a:pPr>
            <a:r>
              <a:rPr lang="en-US" sz="1600" spc="-1" dirty="0">
                <a:solidFill>
                  <a:srgbClr val="000000"/>
                </a:solidFill>
                <a:latin typeface="Times New Roman"/>
              </a:rPr>
              <a:t>Diabetes Dataset: 6,000 patient records with 19 features (glucose level, BMI, blood pressure, insulin, age, physical activity, etc.)</a:t>
            </a:r>
          </a:p>
          <a:p>
            <a:pPr marL="342900" indent="-342900" algn="just">
              <a:buChar char="•"/>
            </a:pPr>
            <a:r>
              <a:rPr lang="en-US" sz="1600" spc="-1" dirty="0">
                <a:solidFill>
                  <a:srgbClr val="000000"/>
                </a:solidFill>
                <a:latin typeface="Times New Roman"/>
              </a:rPr>
              <a:t>Cardiovascular Dataset: 5,500 patient records with 17 features (cholesterol, blood pressure, heart rate, lifestyle habits, etc.)</a:t>
            </a:r>
          </a:p>
          <a:p>
            <a:pPr marL="342900" indent="-342900" algn="just">
              <a:buChar char="•"/>
            </a:pPr>
            <a:endParaRPr lang="en-US" sz="1600" spc="-1" dirty="0">
              <a:solidFill>
                <a:srgbClr val="000000"/>
              </a:solidFill>
              <a:latin typeface="Times New Roman"/>
            </a:endParaRPr>
          </a:p>
          <a:p>
            <a:pPr algn="just">
              <a:spcBef>
                <a:spcPts val="300"/>
              </a:spcBef>
            </a:pPr>
            <a:r>
              <a:rPr lang="en-US" sz="2000" b="1" spc="-1" dirty="0">
                <a:solidFill>
                  <a:srgbClr val="000000"/>
                </a:solidFill>
                <a:latin typeface="Times New Roman"/>
              </a:rPr>
              <a:t>Tools &amp; Technologies:</a:t>
            </a:r>
          </a:p>
          <a:p>
            <a:pPr marL="342900" indent="-342900" algn="just">
              <a:buChar char="•"/>
            </a:pPr>
            <a:r>
              <a:rPr lang="en-US" sz="1600" spc="-1" dirty="0">
                <a:solidFill>
                  <a:srgbClr val="000000"/>
                </a:solidFill>
                <a:latin typeface="Times New Roman"/>
              </a:rPr>
              <a:t>Programming Language : Python</a:t>
            </a:r>
          </a:p>
          <a:p>
            <a:pPr marL="342900" indent="-342900" algn="just">
              <a:buChar char="•"/>
            </a:pPr>
            <a:r>
              <a:rPr lang="en-US" sz="1600" spc="-1" dirty="0">
                <a:solidFill>
                  <a:srgbClr val="000000"/>
                </a:solidFill>
                <a:latin typeface="Times New Roman"/>
              </a:rPr>
              <a:t>Libraries : Pandas, NumPy, Scikit-learn, Matplotlib, Seaborn, Joblib, Streamlit, XGBoost.</a:t>
            </a:r>
          </a:p>
          <a:p>
            <a:pPr marL="342900" indent="-342900" algn="just">
              <a:buChar char="•"/>
            </a:pPr>
            <a:r>
              <a:rPr lang="en-US" sz="1600" spc="-1" dirty="0">
                <a:solidFill>
                  <a:srgbClr val="000000"/>
                </a:solidFill>
                <a:latin typeface="Times New Roman"/>
              </a:rPr>
              <a:t>Preprocessing : StandardScaler, OneHotEncoder, SMOTE</a:t>
            </a:r>
          </a:p>
          <a:p>
            <a:pPr marL="342900" indent="-342900" algn="just">
              <a:buChar char="•"/>
            </a:pPr>
            <a:r>
              <a:rPr lang="en-US" sz="1600" spc="-1" dirty="0">
                <a:solidFill>
                  <a:srgbClr val="000000"/>
                </a:solidFill>
                <a:latin typeface="Times New Roman"/>
              </a:rPr>
              <a:t>Feature Selection : SelectKBest (ANOVA F-statistic)</a:t>
            </a:r>
          </a:p>
          <a:p>
            <a:pPr marL="342900" indent="-342900" algn="just">
              <a:buChar char="•"/>
            </a:pPr>
            <a:r>
              <a:rPr lang="en-US" sz="1600" spc="-1" dirty="0">
                <a:solidFill>
                  <a:srgbClr val="000000"/>
                </a:solidFill>
                <a:latin typeface="Times New Roman"/>
              </a:rPr>
              <a:t>Model Training : Logistic Regression, Random Forest, SVM, XGBoost</a:t>
            </a:r>
          </a:p>
          <a:p>
            <a:pPr marL="342900" indent="-342900" algn="just">
              <a:buChar char="•"/>
            </a:pPr>
            <a:r>
              <a:rPr lang="en-US" sz="1600" spc="-1" dirty="0">
                <a:solidFill>
                  <a:srgbClr val="000000"/>
                </a:solidFill>
                <a:latin typeface="Times New Roman"/>
              </a:rPr>
              <a:t>Hyperparameter Optimization : Optuna</a:t>
            </a:r>
          </a:p>
          <a:p>
            <a:pPr marL="342900" indent="-342900" algn="just">
              <a:buChar char="•"/>
            </a:pPr>
            <a:r>
              <a:rPr lang="en-US" sz="1600" spc="-1" dirty="0">
                <a:solidFill>
                  <a:srgbClr val="000000"/>
                </a:solidFill>
                <a:latin typeface="Times New Roman"/>
              </a:rPr>
              <a:t>Model Storage and Deployment : Joblib (.pkl files) and Streamlit</a:t>
            </a:r>
          </a:p>
          <a:p>
            <a:pPr marL="342900" indent="-342900" algn="just">
              <a:buFontTx/>
              <a:buChar char="•"/>
            </a:pPr>
            <a:r>
              <a:rPr lang="en-US" sz="1600" spc="-1" dirty="0">
                <a:solidFill>
                  <a:srgbClr val="000000"/>
                </a:solidFill>
                <a:latin typeface="Times New Roman"/>
              </a:rPr>
              <a:t>Development Environment : Visual Studio Code</a:t>
            </a:r>
          </a:p>
        </p:txBody>
      </p:sp>
    </p:spTree>
    <p:extLst>
      <p:ext uri="{BB962C8B-B14F-4D97-AF65-F5344CB8AC3E}">
        <p14:creationId xmlns:p14="http://schemas.microsoft.com/office/powerpoint/2010/main" val="2542611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71D57442-CEDF-6DDC-5BDD-B3586A7F8103}"/>
              </a:ext>
            </a:extLst>
          </p:cNvPr>
          <p:cNvSpPr txBox="1"/>
          <p:nvPr/>
        </p:nvSpPr>
        <p:spPr>
          <a:xfrm>
            <a:off x="391036" y="283970"/>
            <a:ext cx="7782796" cy="349516"/>
          </a:xfrm>
          <a:prstGeom prst="rect">
            <a:avLst/>
          </a:prstGeom>
          <a:noFill/>
          <a:ln>
            <a:noFill/>
          </a:ln>
        </p:spPr>
        <p:txBody>
          <a:bodyPr lIns="90000" tIns="45000" rIns="90000" bIns="45000" anchor="ctr">
            <a:noAutofit/>
          </a:bodyPr>
          <a:lstStyle/>
          <a:p>
            <a:pPr lvl="0">
              <a:defRPr/>
            </a:pPr>
            <a:r>
              <a:rPr lang="en-US" sz="2800" b="1" spc="-1" dirty="0">
                <a:solidFill>
                  <a:srgbClr val="572314"/>
                </a:solidFill>
                <a:latin typeface="Times New Roman" pitchFamily="18" charset="0"/>
                <a:cs typeface="Times New Roman" pitchFamily="18" charset="0"/>
              </a:rPr>
              <a:t>Experimentation</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2" cstate="print"/>
          <a:stretch/>
        </p:blipFill>
        <p:spPr>
          <a:xfrm>
            <a:off x="8173832" y="1890"/>
            <a:ext cx="970168" cy="913676"/>
          </a:xfrm>
          <a:prstGeom prst="rect">
            <a:avLst/>
          </a:prstGeom>
          <a:ln>
            <a:noFill/>
          </a:ln>
        </p:spPr>
      </p:pic>
      <p:sp>
        <p:nvSpPr>
          <p:cNvPr id="7" name="TextBox 6">
            <a:extLst>
              <a:ext uri="{FF2B5EF4-FFF2-40B4-BE49-F238E27FC236}">
                <a16:creationId xmlns:a16="http://schemas.microsoft.com/office/drawing/2014/main" id="{94BA72A1-FC08-7BC1-554C-210E5C713C69}"/>
              </a:ext>
            </a:extLst>
          </p:cNvPr>
          <p:cNvSpPr txBox="1"/>
          <p:nvPr/>
        </p:nvSpPr>
        <p:spPr>
          <a:xfrm>
            <a:off x="467544" y="794116"/>
            <a:ext cx="7803716" cy="390876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System Specification:</a:t>
            </a:r>
          </a:p>
          <a:p>
            <a:endParaRPr lang="en-IN" sz="20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AI-Based Early Disease Risk Prediction System was developed using Python 3.10 and tested on a Windows 11 system with 8 GB RAM.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project used machine learning libraries such as NumPy, Pandas, Scikit-learn, XGBoost, Matplotlib, and Seaborn for data preprocessing, model training, and visualization.</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Streamlit was used to create an interactive web interface for real-time disease prediction, while Joblib was used to store trained machine learning models in .pkl format for efficient deployment.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Visual Studio Code (VS Code) was used as the development environment for coding and testing.</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287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97862-F8E0-7C65-A983-167B8FDE0BEC}"/>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F2F68D42-24DC-51B2-7AB6-6EAF9FA24530}"/>
              </a:ext>
            </a:extLst>
          </p:cNvPr>
          <p:cNvSpPr txBox="1"/>
          <p:nvPr/>
        </p:nvSpPr>
        <p:spPr>
          <a:xfrm>
            <a:off x="391036" y="283970"/>
            <a:ext cx="7782796" cy="349516"/>
          </a:xfrm>
          <a:prstGeom prst="rect">
            <a:avLst/>
          </a:prstGeom>
          <a:noFill/>
          <a:ln>
            <a:noFill/>
          </a:ln>
        </p:spPr>
        <p:txBody>
          <a:bodyPr lIns="90000" tIns="45000" rIns="90000" bIns="45000" anchor="ctr">
            <a:noAutofit/>
          </a:bodyPr>
          <a:lstStyle/>
          <a:p>
            <a:pPr lvl="0">
              <a:defRPr/>
            </a:pPr>
            <a:r>
              <a:rPr lang="en-US" sz="2800" b="1" spc="-1" dirty="0">
                <a:solidFill>
                  <a:srgbClr val="572314"/>
                </a:solidFill>
                <a:latin typeface="Times New Roman" pitchFamily="18" charset="0"/>
                <a:cs typeface="Times New Roman" pitchFamily="18" charset="0"/>
              </a:rPr>
              <a:t>Experimentation                                                </a:t>
            </a:r>
          </a:p>
        </p:txBody>
      </p:sp>
      <p:sp>
        <p:nvSpPr>
          <p:cNvPr id="107" name="TextShape 3">
            <a:extLst>
              <a:ext uri="{FF2B5EF4-FFF2-40B4-BE49-F238E27FC236}">
                <a16:creationId xmlns:a16="http://schemas.microsoft.com/office/drawing/2014/main" id="{C40E3354-0C0C-D43A-387E-D46771EA80D2}"/>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8955DF20-2FBD-ADB7-E920-1E5F96FFB01D}"/>
              </a:ext>
            </a:extLst>
          </p:cNvPr>
          <p:cNvPicPr/>
          <p:nvPr/>
        </p:nvPicPr>
        <p:blipFill>
          <a:blip r:embed="rId2" cstate="print"/>
          <a:stretch/>
        </p:blipFill>
        <p:spPr>
          <a:xfrm>
            <a:off x="8173832" y="1890"/>
            <a:ext cx="970168" cy="913676"/>
          </a:xfrm>
          <a:prstGeom prst="rect">
            <a:avLst/>
          </a:prstGeom>
          <a:ln>
            <a:noFill/>
          </a:ln>
        </p:spPr>
      </p:pic>
      <p:sp>
        <p:nvSpPr>
          <p:cNvPr id="7" name="TextBox 6">
            <a:extLst>
              <a:ext uri="{FF2B5EF4-FFF2-40B4-BE49-F238E27FC236}">
                <a16:creationId xmlns:a16="http://schemas.microsoft.com/office/drawing/2014/main" id="{DFE42D2F-B8C6-CADD-D940-A4929F48CA43}"/>
              </a:ext>
            </a:extLst>
          </p:cNvPr>
          <p:cNvSpPr txBox="1"/>
          <p:nvPr/>
        </p:nvSpPr>
        <p:spPr>
          <a:xfrm>
            <a:off x="460658" y="746340"/>
            <a:ext cx="8222684" cy="433965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Experimental Results:</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Four ML models were trained and compared: Logistic Regression, Random Forest, SVM, and XGBoost..</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Models were optimized using Optuna and evaluated using 5-Fold Stratified Cross Validation.</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Diabetes Prediction: SVM achieved the best performance (Accuracy: 94.42%, F1-score: 94.99%).</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Cardiovascular Prediction: Logistic Regression achieved the best performance (Accuracy: 96.36%, F1-score: 97.22%).</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SMOTE and threshold optimization improved model reliability and classification performance.</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Final models were deployed through a Streamlit web application for real-time prediction.</a:t>
            </a:r>
          </a:p>
        </p:txBody>
      </p:sp>
    </p:spTree>
    <p:extLst>
      <p:ext uri="{BB962C8B-B14F-4D97-AF65-F5344CB8AC3E}">
        <p14:creationId xmlns:p14="http://schemas.microsoft.com/office/powerpoint/2010/main" val="3718683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E3F51-F8B8-C3FE-4E61-3BFD769F11BC}"/>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554B2B3E-3C89-A75F-BE57-B24A0989430E}"/>
              </a:ext>
            </a:extLst>
          </p:cNvPr>
          <p:cNvSpPr txBox="1"/>
          <p:nvPr/>
        </p:nvSpPr>
        <p:spPr>
          <a:xfrm>
            <a:off x="391036" y="283970"/>
            <a:ext cx="7782796" cy="349516"/>
          </a:xfrm>
          <a:prstGeom prst="rect">
            <a:avLst/>
          </a:prstGeom>
          <a:noFill/>
          <a:ln>
            <a:noFill/>
          </a:ln>
        </p:spPr>
        <p:txBody>
          <a:bodyPr lIns="90000" tIns="45000" rIns="90000" bIns="45000" anchor="ctr">
            <a:noAutofit/>
          </a:bodyPr>
          <a:lstStyle/>
          <a:p>
            <a:pPr lvl="0">
              <a:defRPr/>
            </a:pPr>
            <a:r>
              <a:rPr lang="en-US" sz="2800" b="1" spc="-1" dirty="0">
                <a:solidFill>
                  <a:srgbClr val="572314"/>
                </a:solidFill>
                <a:latin typeface="Times New Roman" pitchFamily="18" charset="0"/>
                <a:cs typeface="Times New Roman" pitchFamily="18" charset="0"/>
              </a:rPr>
              <a:t>Experimentation                                                </a:t>
            </a:r>
          </a:p>
        </p:txBody>
      </p:sp>
      <p:sp>
        <p:nvSpPr>
          <p:cNvPr id="107" name="TextShape 3">
            <a:extLst>
              <a:ext uri="{FF2B5EF4-FFF2-40B4-BE49-F238E27FC236}">
                <a16:creationId xmlns:a16="http://schemas.microsoft.com/office/drawing/2014/main" id="{FE908493-6B32-EC8F-E091-4B09B6A1826A}"/>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C1FCA818-1723-829A-BB15-74ADAC5E65E7}"/>
              </a:ext>
            </a:extLst>
          </p:cNvPr>
          <p:cNvPicPr/>
          <p:nvPr/>
        </p:nvPicPr>
        <p:blipFill>
          <a:blip r:embed="rId2" cstate="print"/>
          <a:stretch/>
        </p:blipFill>
        <p:spPr>
          <a:xfrm>
            <a:off x="8173832" y="1890"/>
            <a:ext cx="970168" cy="913676"/>
          </a:xfrm>
          <a:prstGeom prst="rect">
            <a:avLst/>
          </a:prstGeom>
          <a:ln>
            <a:noFill/>
          </a:ln>
        </p:spPr>
      </p:pic>
      <p:sp>
        <p:nvSpPr>
          <p:cNvPr id="7" name="TextBox 6">
            <a:extLst>
              <a:ext uri="{FF2B5EF4-FFF2-40B4-BE49-F238E27FC236}">
                <a16:creationId xmlns:a16="http://schemas.microsoft.com/office/drawing/2014/main" id="{235047FB-E90C-98B8-0764-754132256156}"/>
              </a:ext>
            </a:extLst>
          </p:cNvPr>
          <p:cNvSpPr txBox="1"/>
          <p:nvPr/>
        </p:nvSpPr>
        <p:spPr>
          <a:xfrm>
            <a:off x="467544" y="715511"/>
            <a:ext cx="604867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Experimental Results: Diabetes Disease</a:t>
            </a:r>
          </a:p>
        </p:txBody>
      </p:sp>
      <p:pic>
        <p:nvPicPr>
          <p:cNvPr id="4" name="Picture 3">
            <a:extLst>
              <a:ext uri="{FF2B5EF4-FFF2-40B4-BE49-F238E27FC236}">
                <a16:creationId xmlns:a16="http://schemas.microsoft.com/office/drawing/2014/main" id="{2FC8CBE5-49B8-0A1A-E36C-971B88206C92}"/>
              </a:ext>
            </a:extLst>
          </p:cNvPr>
          <p:cNvPicPr>
            <a:picLocks noChangeAspect="1"/>
          </p:cNvPicPr>
          <p:nvPr/>
        </p:nvPicPr>
        <p:blipFill>
          <a:blip r:embed="rId3"/>
          <a:stretch>
            <a:fillRect/>
          </a:stretch>
        </p:blipFill>
        <p:spPr>
          <a:xfrm>
            <a:off x="539552" y="1295095"/>
            <a:ext cx="3619164" cy="1480766"/>
          </a:xfrm>
          <a:prstGeom prst="rect">
            <a:avLst/>
          </a:prstGeom>
        </p:spPr>
      </p:pic>
      <p:pic>
        <p:nvPicPr>
          <p:cNvPr id="9" name="Picture 8">
            <a:extLst>
              <a:ext uri="{FF2B5EF4-FFF2-40B4-BE49-F238E27FC236}">
                <a16:creationId xmlns:a16="http://schemas.microsoft.com/office/drawing/2014/main" id="{9C4A77B9-2548-4000-A555-89B97628AC30}"/>
              </a:ext>
            </a:extLst>
          </p:cNvPr>
          <p:cNvPicPr>
            <a:picLocks noChangeAspect="1"/>
          </p:cNvPicPr>
          <p:nvPr/>
        </p:nvPicPr>
        <p:blipFill>
          <a:blip r:embed="rId4"/>
          <a:stretch>
            <a:fillRect/>
          </a:stretch>
        </p:blipFill>
        <p:spPr>
          <a:xfrm>
            <a:off x="4752528" y="1191684"/>
            <a:ext cx="3851920" cy="1668097"/>
          </a:xfrm>
          <a:prstGeom prst="rect">
            <a:avLst/>
          </a:prstGeom>
        </p:spPr>
      </p:pic>
      <p:pic>
        <p:nvPicPr>
          <p:cNvPr id="14" name="Picture 13">
            <a:extLst>
              <a:ext uri="{FF2B5EF4-FFF2-40B4-BE49-F238E27FC236}">
                <a16:creationId xmlns:a16="http://schemas.microsoft.com/office/drawing/2014/main" id="{D8834485-77A5-264B-986C-29DFC451269C}"/>
              </a:ext>
            </a:extLst>
          </p:cNvPr>
          <p:cNvPicPr>
            <a:picLocks noChangeAspect="1"/>
          </p:cNvPicPr>
          <p:nvPr/>
        </p:nvPicPr>
        <p:blipFill>
          <a:blip r:embed="rId5"/>
          <a:srcRect b="20145"/>
          <a:stretch>
            <a:fillRect/>
          </a:stretch>
        </p:blipFill>
        <p:spPr>
          <a:xfrm>
            <a:off x="539552" y="2921522"/>
            <a:ext cx="3667618" cy="1378420"/>
          </a:xfrm>
          <a:prstGeom prst="rect">
            <a:avLst/>
          </a:prstGeom>
        </p:spPr>
      </p:pic>
      <p:pic>
        <p:nvPicPr>
          <p:cNvPr id="16" name="Picture 15">
            <a:extLst>
              <a:ext uri="{FF2B5EF4-FFF2-40B4-BE49-F238E27FC236}">
                <a16:creationId xmlns:a16="http://schemas.microsoft.com/office/drawing/2014/main" id="{F6A783E2-087D-E191-7A3B-2CA5EEE0D391}"/>
              </a:ext>
            </a:extLst>
          </p:cNvPr>
          <p:cNvPicPr>
            <a:picLocks noChangeAspect="1"/>
          </p:cNvPicPr>
          <p:nvPr/>
        </p:nvPicPr>
        <p:blipFill>
          <a:blip r:embed="rId6"/>
          <a:stretch>
            <a:fillRect/>
          </a:stretch>
        </p:blipFill>
        <p:spPr>
          <a:xfrm>
            <a:off x="4936832" y="2921522"/>
            <a:ext cx="3612557" cy="1448002"/>
          </a:xfrm>
          <a:prstGeom prst="rect">
            <a:avLst/>
          </a:prstGeom>
        </p:spPr>
      </p:pic>
      <p:sp>
        <p:nvSpPr>
          <p:cNvPr id="18" name="TextBox 17">
            <a:extLst>
              <a:ext uri="{FF2B5EF4-FFF2-40B4-BE49-F238E27FC236}">
                <a16:creationId xmlns:a16="http://schemas.microsoft.com/office/drawing/2014/main" id="{B1BF1EFF-33A6-663F-0DF3-BC5BEA321419}"/>
              </a:ext>
            </a:extLst>
          </p:cNvPr>
          <p:cNvSpPr txBox="1"/>
          <p:nvPr/>
        </p:nvSpPr>
        <p:spPr>
          <a:xfrm>
            <a:off x="2169368" y="4498217"/>
            <a:ext cx="5166320" cy="461665"/>
          </a:xfrm>
          <a:prstGeom prst="rect">
            <a:avLst/>
          </a:prstGeom>
          <a:noFill/>
        </p:spPr>
        <p:txBody>
          <a:bodyPr wrap="square">
            <a:spAutoFit/>
          </a:bodyPr>
          <a:lstStyle/>
          <a:p>
            <a:pPr algn="ctr"/>
            <a:r>
              <a:rPr lang="en-US" sz="1200" dirty="0">
                <a:latin typeface="Times New Roman" panose="02020603050405020304" pitchFamily="18" charset="0"/>
                <a:cs typeface="Times New Roman" panose="02020603050405020304" pitchFamily="18" charset="0"/>
              </a:rPr>
              <a:t>Fig. 2: Validation Performance Comparison, Threshold Optimization, and Final Test Results for Diabetes Disease Prediction</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3434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5630D-7766-E2C8-4D7C-CEDC04FB8A97}"/>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87169F6D-D725-6CCA-755E-F47888D60FC1}"/>
              </a:ext>
            </a:extLst>
          </p:cNvPr>
          <p:cNvSpPr txBox="1"/>
          <p:nvPr/>
        </p:nvSpPr>
        <p:spPr>
          <a:xfrm>
            <a:off x="391036" y="283970"/>
            <a:ext cx="7782796" cy="349516"/>
          </a:xfrm>
          <a:prstGeom prst="rect">
            <a:avLst/>
          </a:prstGeom>
          <a:noFill/>
          <a:ln>
            <a:noFill/>
          </a:ln>
        </p:spPr>
        <p:txBody>
          <a:bodyPr lIns="90000" tIns="45000" rIns="90000" bIns="45000" anchor="ctr">
            <a:noAutofit/>
          </a:bodyPr>
          <a:lstStyle/>
          <a:p>
            <a:pPr lvl="0">
              <a:defRPr/>
            </a:pPr>
            <a:r>
              <a:rPr lang="en-US" sz="2800" b="1" spc="-1" dirty="0">
                <a:solidFill>
                  <a:srgbClr val="572314"/>
                </a:solidFill>
                <a:latin typeface="Times New Roman" pitchFamily="18" charset="0"/>
                <a:cs typeface="Times New Roman" pitchFamily="18" charset="0"/>
              </a:rPr>
              <a:t>Experimentation                                                </a:t>
            </a:r>
          </a:p>
        </p:txBody>
      </p:sp>
      <p:sp>
        <p:nvSpPr>
          <p:cNvPr id="107" name="TextShape 3">
            <a:extLst>
              <a:ext uri="{FF2B5EF4-FFF2-40B4-BE49-F238E27FC236}">
                <a16:creationId xmlns:a16="http://schemas.microsoft.com/office/drawing/2014/main" id="{68E0A0B3-A298-EE39-6495-4744C7E7D8CD}"/>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52DBAB0B-A250-65D1-8B5D-73DC392FF49B}"/>
              </a:ext>
            </a:extLst>
          </p:cNvPr>
          <p:cNvPicPr/>
          <p:nvPr/>
        </p:nvPicPr>
        <p:blipFill>
          <a:blip r:embed="rId2" cstate="print"/>
          <a:stretch/>
        </p:blipFill>
        <p:spPr>
          <a:xfrm>
            <a:off x="8173832" y="1890"/>
            <a:ext cx="970168" cy="913676"/>
          </a:xfrm>
          <a:prstGeom prst="rect">
            <a:avLst/>
          </a:prstGeom>
          <a:ln>
            <a:noFill/>
          </a:ln>
        </p:spPr>
      </p:pic>
      <p:sp>
        <p:nvSpPr>
          <p:cNvPr id="7" name="TextBox 6">
            <a:extLst>
              <a:ext uri="{FF2B5EF4-FFF2-40B4-BE49-F238E27FC236}">
                <a16:creationId xmlns:a16="http://schemas.microsoft.com/office/drawing/2014/main" id="{95D711E5-144E-4169-FAFA-DD16E51CA4BB}"/>
              </a:ext>
            </a:extLst>
          </p:cNvPr>
          <p:cNvSpPr txBox="1"/>
          <p:nvPr/>
        </p:nvSpPr>
        <p:spPr>
          <a:xfrm>
            <a:off x="467544" y="715511"/>
            <a:ext cx="604867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Experimental Results: Cardiovascular Disease</a:t>
            </a:r>
          </a:p>
        </p:txBody>
      </p:sp>
      <p:pic>
        <p:nvPicPr>
          <p:cNvPr id="4" name="Picture 3">
            <a:extLst>
              <a:ext uri="{FF2B5EF4-FFF2-40B4-BE49-F238E27FC236}">
                <a16:creationId xmlns:a16="http://schemas.microsoft.com/office/drawing/2014/main" id="{521A333F-168D-3490-65BF-B5ED04E18241}"/>
              </a:ext>
            </a:extLst>
          </p:cNvPr>
          <p:cNvPicPr>
            <a:picLocks noChangeAspect="1"/>
          </p:cNvPicPr>
          <p:nvPr/>
        </p:nvPicPr>
        <p:blipFill>
          <a:blip r:embed="rId3"/>
          <a:stretch>
            <a:fillRect/>
          </a:stretch>
        </p:blipFill>
        <p:spPr>
          <a:xfrm>
            <a:off x="569210" y="1217699"/>
            <a:ext cx="3744416" cy="1563784"/>
          </a:xfrm>
          <a:prstGeom prst="rect">
            <a:avLst/>
          </a:prstGeom>
        </p:spPr>
      </p:pic>
      <p:pic>
        <p:nvPicPr>
          <p:cNvPr id="9" name="Picture 8">
            <a:extLst>
              <a:ext uri="{FF2B5EF4-FFF2-40B4-BE49-F238E27FC236}">
                <a16:creationId xmlns:a16="http://schemas.microsoft.com/office/drawing/2014/main" id="{D3288DFE-FED6-9F78-7AE7-D0ED3E3929AA}"/>
              </a:ext>
            </a:extLst>
          </p:cNvPr>
          <p:cNvPicPr>
            <a:picLocks noChangeAspect="1"/>
          </p:cNvPicPr>
          <p:nvPr/>
        </p:nvPicPr>
        <p:blipFill>
          <a:blip r:embed="rId4"/>
          <a:stretch>
            <a:fillRect/>
          </a:stretch>
        </p:blipFill>
        <p:spPr>
          <a:xfrm>
            <a:off x="4829182" y="1217699"/>
            <a:ext cx="3860127" cy="1752542"/>
          </a:xfrm>
          <a:prstGeom prst="rect">
            <a:avLst/>
          </a:prstGeom>
        </p:spPr>
      </p:pic>
      <p:pic>
        <p:nvPicPr>
          <p:cNvPr id="14" name="Picture 13">
            <a:extLst>
              <a:ext uri="{FF2B5EF4-FFF2-40B4-BE49-F238E27FC236}">
                <a16:creationId xmlns:a16="http://schemas.microsoft.com/office/drawing/2014/main" id="{C1F1A8A0-8DA6-44A2-9D60-1AE1F227B24D}"/>
              </a:ext>
            </a:extLst>
          </p:cNvPr>
          <p:cNvPicPr>
            <a:picLocks noChangeAspect="1"/>
          </p:cNvPicPr>
          <p:nvPr/>
        </p:nvPicPr>
        <p:blipFill>
          <a:blip r:embed="rId5"/>
          <a:stretch>
            <a:fillRect/>
          </a:stretch>
        </p:blipFill>
        <p:spPr>
          <a:xfrm>
            <a:off x="569210" y="2970241"/>
            <a:ext cx="3744416" cy="1430435"/>
          </a:xfrm>
          <a:prstGeom prst="rect">
            <a:avLst/>
          </a:prstGeom>
        </p:spPr>
      </p:pic>
      <p:pic>
        <p:nvPicPr>
          <p:cNvPr id="16" name="Picture 15">
            <a:extLst>
              <a:ext uri="{FF2B5EF4-FFF2-40B4-BE49-F238E27FC236}">
                <a16:creationId xmlns:a16="http://schemas.microsoft.com/office/drawing/2014/main" id="{06CE5C97-A098-A3BF-52CC-DCA03A8D8C3F}"/>
              </a:ext>
            </a:extLst>
          </p:cNvPr>
          <p:cNvPicPr>
            <a:picLocks noChangeAspect="1"/>
          </p:cNvPicPr>
          <p:nvPr/>
        </p:nvPicPr>
        <p:blipFill>
          <a:blip r:embed="rId6"/>
          <a:srcRect b="3135"/>
          <a:stretch>
            <a:fillRect/>
          </a:stretch>
        </p:blipFill>
        <p:spPr>
          <a:xfrm>
            <a:off x="4829182" y="2970241"/>
            <a:ext cx="3932135" cy="1430435"/>
          </a:xfrm>
          <a:prstGeom prst="rect">
            <a:avLst/>
          </a:prstGeom>
        </p:spPr>
      </p:pic>
      <p:sp>
        <p:nvSpPr>
          <p:cNvPr id="17" name="TextBox 16">
            <a:extLst>
              <a:ext uri="{FF2B5EF4-FFF2-40B4-BE49-F238E27FC236}">
                <a16:creationId xmlns:a16="http://schemas.microsoft.com/office/drawing/2014/main" id="{1E6118D4-8BF5-5454-07D2-612A93DD63BC}"/>
              </a:ext>
            </a:extLst>
          </p:cNvPr>
          <p:cNvSpPr txBox="1"/>
          <p:nvPr/>
        </p:nvSpPr>
        <p:spPr>
          <a:xfrm>
            <a:off x="1870984" y="4528228"/>
            <a:ext cx="540203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Fig. 3: Validation Performance Comparison, Threshold Optimization, and Final Test Results for Cardiovascular Disease Prediction</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9082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27C22-53D8-2E72-A737-C52BFF0EA42D}"/>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D2972016-2311-B093-4681-C00E71084742}"/>
              </a:ext>
            </a:extLst>
          </p:cNvPr>
          <p:cNvSpPr txBox="1"/>
          <p:nvPr/>
        </p:nvSpPr>
        <p:spPr>
          <a:xfrm>
            <a:off x="391036" y="283970"/>
            <a:ext cx="7782796" cy="349516"/>
          </a:xfrm>
          <a:prstGeom prst="rect">
            <a:avLst/>
          </a:prstGeom>
          <a:noFill/>
          <a:ln>
            <a:noFill/>
          </a:ln>
        </p:spPr>
        <p:txBody>
          <a:bodyPr lIns="90000" tIns="45000" rIns="90000" bIns="45000" anchor="ctr">
            <a:noAutofit/>
          </a:bodyPr>
          <a:lstStyle/>
          <a:p>
            <a:pPr lvl="0">
              <a:defRPr/>
            </a:pPr>
            <a:r>
              <a:rPr lang="en-US" sz="2800" b="1" spc="-1" dirty="0">
                <a:solidFill>
                  <a:srgbClr val="572314"/>
                </a:solidFill>
                <a:latin typeface="Times New Roman" pitchFamily="18" charset="0"/>
                <a:cs typeface="Times New Roman" pitchFamily="18" charset="0"/>
              </a:rPr>
              <a:t>Experimentation                                                </a:t>
            </a:r>
          </a:p>
        </p:txBody>
      </p:sp>
      <p:sp>
        <p:nvSpPr>
          <p:cNvPr id="107" name="TextShape 3">
            <a:extLst>
              <a:ext uri="{FF2B5EF4-FFF2-40B4-BE49-F238E27FC236}">
                <a16:creationId xmlns:a16="http://schemas.microsoft.com/office/drawing/2014/main" id="{823C3159-0263-F9EE-C557-343053324649}"/>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73F03F8C-414B-BA2E-9ED2-EDF8E7C2DCAB}"/>
              </a:ext>
            </a:extLst>
          </p:cNvPr>
          <p:cNvPicPr/>
          <p:nvPr/>
        </p:nvPicPr>
        <p:blipFill>
          <a:blip r:embed="rId2" cstate="print"/>
          <a:stretch/>
        </p:blipFill>
        <p:spPr>
          <a:xfrm>
            <a:off x="8173832" y="1890"/>
            <a:ext cx="970168" cy="913676"/>
          </a:xfrm>
          <a:prstGeom prst="rect">
            <a:avLst/>
          </a:prstGeom>
          <a:ln>
            <a:noFill/>
          </a:ln>
        </p:spPr>
      </p:pic>
      <p:sp>
        <p:nvSpPr>
          <p:cNvPr id="7" name="TextBox 6">
            <a:extLst>
              <a:ext uri="{FF2B5EF4-FFF2-40B4-BE49-F238E27FC236}">
                <a16:creationId xmlns:a16="http://schemas.microsoft.com/office/drawing/2014/main" id="{B050A95B-76F5-69D0-970B-658C4BFBBDEC}"/>
              </a:ext>
            </a:extLst>
          </p:cNvPr>
          <p:cNvSpPr txBox="1"/>
          <p:nvPr/>
        </p:nvSpPr>
        <p:spPr>
          <a:xfrm>
            <a:off x="408092" y="684785"/>
            <a:ext cx="7803716" cy="4401205"/>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Performance Analysis:</a:t>
            </a:r>
          </a:p>
          <a:p>
            <a:pPr algn="just"/>
            <a:endParaRPr lang="en-IN" sz="12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Performance analysis was carried out to evaluate the speed, reliability, and responsiveness of the disease prediction system. </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Streamlit interface smoothly handled user inputs and displayed prediction outputs without major delays.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use of Joblib model loading improved runtime efficiency because the models were loaded directly instead of retraining during every prediction request. However, a small delay was observed during the initial startup due to model and library loading.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Training time also increased during cross-validation and threshold tuning because the models were trained multiple times on different dataset combinations.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Overall, the system demonstrated reliable prediction capability with low latency and accurate performance for both disease prediction modules.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7334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C863C-C421-2A24-510A-46BB11F88DBF}"/>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A8544B3C-3745-7F17-3D88-C6AC7A2FBBB1}"/>
              </a:ext>
            </a:extLst>
          </p:cNvPr>
          <p:cNvSpPr txBox="1"/>
          <p:nvPr/>
        </p:nvSpPr>
        <p:spPr>
          <a:xfrm>
            <a:off x="418540" y="287832"/>
            <a:ext cx="7745236" cy="556016"/>
          </a:xfrm>
          <a:prstGeom prst="rect">
            <a:avLst/>
          </a:prstGeom>
          <a:noFill/>
          <a:ln>
            <a:noFill/>
          </a:ln>
        </p:spPr>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Conclusion and Future Work Plan</a:t>
            </a:r>
          </a:p>
        </p:txBody>
      </p:sp>
      <p:sp>
        <p:nvSpPr>
          <p:cNvPr id="106" name="TextShape 2">
            <a:extLst>
              <a:ext uri="{FF2B5EF4-FFF2-40B4-BE49-F238E27FC236}">
                <a16:creationId xmlns:a16="http://schemas.microsoft.com/office/drawing/2014/main" id="{2B231A21-3973-0F3D-E76C-E46B41FE71A7}"/>
              </a:ext>
            </a:extLst>
          </p:cNvPr>
          <p:cNvSpPr txBox="1"/>
          <p:nvPr/>
        </p:nvSpPr>
        <p:spPr>
          <a:xfrm>
            <a:off x="428596" y="1085940"/>
            <a:ext cx="7599788" cy="3600180"/>
          </a:xfrm>
          <a:prstGeom prst="rect">
            <a:avLst/>
          </a:prstGeom>
          <a:noFill/>
          <a:ln>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402480" marR="0" lvl="0" indent="0" algn="l" defTabSz="914400" rtl="0" eaLnBrk="1" fontAlgn="auto" latinLnBrk="0" hangingPunct="1">
              <a:lnSpc>
                <a:spcPct val="100000"/>
              </a:lnSpc>
              <a:spcBef>
                <a:spcPts val="55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601"/>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p:txBody>
      </p:sp>
      <p:sp>
        <p:nvSpPr>
          <p:cNvPr id="107" name="TextShape 3">
            <a:extLst>
              <a:ext uri="{FF2B5EF4-FFF2-40B4-BE49-F238E27FC236}">
                <a16:creationId xmlns:a16="http://schemas.microsoft.com/office/drawing/2014/main" id="{1E646920-2BA3-24E7-7837-F09BDE116DC1}"/>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D2A02815-AF57-59B6-A150-19EF68B86817}"/>
              </a:ext>
            </a:extLst>
          </p:cNvPr>
          <p:cNvPicPr/>
          <p:nvPr/>
        </p:nvPicPr>
        <p:blipFill>
          <a:blip r:embed="rId3" cstate="print"/>
          <a:stretch/>
        </p:blipFill>
        <p:spPr>
          <a:xfrm>
            <a:off x="8173832" y="1890"/>
            <a:ext cx="970168" cy="913676"/>
          </a:xfrm>
          <a:prstGeom prst="rect">
            <a:avLst/>
          </a:prstGeom>
          <a:ln>
            <a:noFill/>
          </a:ln>
        </p:spPr>
      </p:pic>
      <p:sp>
        <p:nvSpPr>
          <p:cNvPr id="2" name="TextBox 1">
            <a:extLst>
              <a:ext uri="{FF2B5EF4-FFF2-40B4-BE49-F238E27FC236}">
                <a16:creationId xmlns:a16="http://schemas.microsoft.com/office/drawing/2014/main" id="{4D2021F6-B4DC-3DF4-6588-A8485A8D8991}"/>
              </a:ext>
            </a:extLst>
          </p:cNvPr>
          <p:cNvSpPr txBox="1"/>
          <p:nvPr/>
        </p:nvSpPr>
        <p:spPr>
          <a:xfrm>
            <a:off x="451268" y="855174"/>
            <a:ext cx="7724236" cy="4216539"/>
          </a:xfrm>
          <a:prstGeom prst="rect">
            <a:avLst/>
          </a:prstGeom>
          <a:noFill/>
        </p:spPr>
        <p:txBody>
          <a:bodyPr wrap="square" rtlCol="0">
            <a:spAutoFit/>
          </a:bodyPr>
          <a:lstStyle/>
          <a:p>
            <a:pPr algn="just">
              <a:lnSpc>
                <a:spcPct val="115000"/>
              </a:lnSpc>
              <a:spcBef>
                <a:spcPts val="300"/>
              </a:spcBef>
            </a:pPr>
            <a:r>
              <a:rPr lang="en-US" sz="2000" b="1" dirty="0">
                <a:latin typeface="Times New Roman" panose="02020603050405020304" pitchFamily="18" charset="0"/>
                <a:cs typeface="Times New Roman" panose="02020603050405020304" pitchFamily="18" charset="0"/>
              </a:rPr>
              <a:t>Conclusion: </a:t>
            </a:r>
          </a:p>
          <a:p>
            <a:pPr algn="just">
              <a:lnSpc>
                <a:spcPct val="115000"/>
              </a:lnSpc>
              <a:spcBef>
                <a:spcPts val="300"/>
              </a:spcBef>
            </a:pPr>
            <a:r>
              <a:rPr lang="en-US" sz="1600" spc="-1" dirty="0">
                <a:solidFill>
                  <a:srgbClr val="000000"/>
                </a:solidFill>
                <a:latin typeface="Times New Roman"/>
              </a:rPr>
              <a:t>The AI-Based Early Disease Risk Prediction System was successfully developed and deployed for diabetes and cardiovascular disease using supervised machine learning. Multiple ML models were trained, compared, and evaluated. SVM and Logistic Regression were selected as the best models, achieving 94.42% and 96.36% accuracy respectively.</a:t>
            </a:r>
          </a:p>
          <a:p>
            <a:pPr algn="just">
              <a:lnSpc>
                <a:spcPct val="115000"/>
              </a:lnSpc>
              <a:spcBef>
                <a:spcPts val="300"/>
              </a:spcBef>
            </a:pPr>
            <a:endParaRPr lang="en-US" sz="1600" spc="-1" dirty="0">
              <a:solidFill>
                <a:srgbClr val="000000"/>
              </a:solidFill>
              <a:latin typeface="Times New Roman"/>
            </a:endParaRPr>
          </a:p>
          <a:p>
            <a:pPr algn="just"/>
            <a:r>
              <a:rPr lang="en-US" sz="1600" spc="-1" dirty="0">
                <a:solidFill>
                  <a:srgbClr val="000000"/>
                </a:solidFill>
                <a:latin typeface="Times New Roman"/>
              </a:rPr>
              <a:t>Key contributions include: multi-disease prediction, SMOTE-based imbalance handling, threshold tuning, and a user-friendly Streamlit web interface.</a:t>
            </a:r>
          </a:p>
          <a:p>
            <a:pPr algn="just"/>
            <a:endParaRPr lang="en-US" sz="16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Future Work Plan: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Extend prediction for more chronic diseases like </a:t>
            </a:r>
            <a:r>
              <a:rPr lang="en-US" sz="1400" dirty="0">
                <a:latin typeface="Times New Roman" panose="02020603050405020304" pitchFamily="18" charset="0"/>
                <a:cs typeface="Times New Roman" panose="02020603050405020304" pitchFamily="18" charset="0"/>
              </a:rPr>
              <a:t>kidney disease, liver disease.</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spc="-1" dirty="0">
                <a:solidFill>
                  <a:srgbClr val="000000"/>
                </a:solidFill>
                <a:latin typeface="Times New Roman"/>
              </a:rPr>
              <a:t>Use larger real-time healthcare datasets for improved generalization</a:t>
            </a:r>
          </a:p>
          <a:p>
            <a:pPr marL="285750" indent="-285750" algn="just">
              <a:buFont typeface="Arial" panose="020B0604020202020204" pitchFamily="34" charset="0"/>
              <a:buChar char="•"/>
            </a:pPr>
            <a:r>
              <a:rPr lang="en-US" sz="1600" spc="-1" dirty="0">
                <a:solidFill>
                  <a:srgbClr val="000000"/>
                </a:solidFill>
                <a:latin typeface="Times New Roman"/>
              </a:rPr>
              <a:t>Integrate deep learning (ANN) </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 Explainable AI techniques (SHAP, LIME)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 accuracy using advanced optimization methods </a:t>
            </a:r>
            <a:r>
              <a:rPr lang="en-US" sz="1600" spc="-1" dirty="0">
                <a:solidFill>
                  <a:srgbClr val="000000"/>
                </a:solidFill>
                <a:latin typeface="Times New Roman"/>
              </a:rPr>
              <a:t>(LightGBM)</a:t>
            </a:r>
            <a:r>
              <a:rPr lang="en-US" sz="1600" spc="-1" dirty="0">
                <a:solidFill>
                  <a:srgbClr val="000000"/>
                </a:solidFill>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048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7494"/>
            <a:ext cx="7634280" cy="553998"/>
          </a:xfrm>
        </p:spPr>
        <p:txBody>
          <a:bodyPr/>
          <a:lstStyle/>
          <a:p>
            <a:r>
              <a:rPr lang="en-IN" sz="2800" b="1" spc="-1" dirty="0">
                <a:solidFill>
                  <a:srgbClr val="572314"/>
                </a:solidFill>
                <a:latin typeface="Times New Roman" pitchFamily="18" charset="0"/>
                <a:ea typeface="+mn-ea"/>
                <a:cs typeface="Times New Roman" pitchFamily="18" charset="0"/>
              </a:rPr>
              <a:t>References</a:t>
            </a:r>
            <a:endParaRPr lang="en-US" sz="2800" b="1" spc="-1" dirty="0">
              <a:solidFill>
                <a:srgbClr val="572314"/>
              </a:solidFill>
              <a:latin typeface="Times New Roman" pitchFamily="18" charset="0"/>
              <a:ea typeface="+mn-ea"/>
              <a:cs typeface="Times New Roman" pitchFamily="18" charset="0"/>
            </a:endParaRPr>
          </a:p>
        </p:txBody>
      </p:sp>
      <p:graphicFrame>
        <p:nvGraphicFramePr>
          <p:cNvPr id="5" name="Table 4">
            <a:extLst>
              <a:ext uri="{FF2B5EF4-FFF2-40B4-BE49-F238E27FC236}">
                <a16:creationId xmlns:a16="http://schemas.microsoft.com/office/drawing/2014/main" id="{DB1D6590-7914-C880-B4E9-BB48721B5707}"/>
              </a:ext>
            </a:extLst>
          </p:cNvPr>
          <p:cNvGraphicFramePr>
            <a:graphicFrameLocks noGrp="1"/>
          </p:cNvGraphicFramePr>
          <p:nvPr>
            <p:extLst>
              <p:ext uri="{D42A27DB-BD31-4B8C-83A1-F6EECF244321}">
                <p14:modId xmlns:p14="http://schemas.microsoft.com/office/powerpoint/2010/main" val="3298784430"/>
              </p:ext>
            </p:extLst>
          </p:nvPr>
        </p:nvGraphicFramePr>
        <p:xfrm>
          <a:off x="611560" y="821492"/>
          <a:ext cx="7650967" cy="4205719"/>
        </p:xfrm>
        <a:graphic>
          <a:graphicData uri="http://schemas.openxmlformats.org/drawingml/2006/table">
            <a:tbl>
              <a:tblPr firstRow="1" firstCol="1" bandRow="1"/>
              <a:tblGrid>
                <a:gridCol w="432435">
                  <a:extLst>
                    <a:ext uri="{9D8B030D-6E8A-4147-A177-3AD203B41FA5}">
                      <a16:colId xmlns:a16="http://schemas.microsoft.com/office/drawing/2014/main" val="4143303669"/>
                    </a:ext>
                  </a:extLst>
                </a:gridCol>
                <a:gridCol w="7218532">
                  <a:extLst>
                    <a:ext uri="{9D8B030D-6E8A-4147-A177-3AD203B41FA5}">
                      <a16:colId xmlns:a16="http://schemas.microsoft.com/office/drawing/2014/main" val="2032625208"/>
                    </a:ext>
                  </a:extLst>
                </a:gridCol>
              </a:tblGrid>
              <a:tr h="953794">
                <a:tc>
                  <a:txBody>
                    <a:bodyPr/>
                    <a:lstStyle/>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[1] </a:t>
                      </a:r>
                    </a:p>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800"/>
                        </a:spcAft>
                        <a:buNone/>
                      </a:pPr>
                      <a:r>
                        <a:rPr lang="en-IN" sz="1400" dirty="0">
                          <a:latin typeface="Times New Roman" panose="02020603050405020304" pitchFamily="18" charset="0"/>
                          <a:cs typeface="Times New Roman" panose="02020603050405020304" pitchFamily="18" charset="0"/>
                        </a:rPr>
                        <a:t> </a:t>
                      </a:r>
                      <a:r>
                        <a:rPr lang="en-US" sz="1400" dirty="0"/>
                        <a:t>A. Almustafa, “Prediction of heart disease and classifiers’ sensitivity analysis,” </a:t>
                      </a:r>
                      <a:r>
                        <a:rPr lang="en-US" sz="1400" i="1" dirty="0"/>
                        <a:t>BMC Bioinformatics</a:t>
                      </a:r>
                      <a:r>
                        <a:rPr lang="en-US" sz="1400" dirty="0"/>
                        <a:t>, vol. 21, no. 1, pp. 1-18, 2020</a:t>
                      </a:r>
                      <a:r>
                        <a:rPr lang="en-IN" sz="1400" dirty="0">
                          <a:latin typeface="Times New Roman" panose="02020603050405020304" pitchFamily="18" charset="0"/>
                          <a:cs typeface="Times New Roman" panose="02020603050405020304" pitchFamily="18" charset="0"/>
                        </a:rPr>
                        <a:t>.</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409745"/>
                  </a:ext>
                </a:extLst>
              </a:tr>
              <a:tr h="735280">
                <a:tc>
                  <a:txBody>
                    <a:bodyPr/>
                    <a:lstStyle/>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[2] </a:t>
                      </a:r>
                    </a:p>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800"/>
                        </a:spcAft>
                        <a:buNone/>
                      </a:pPr>
                      <a:r>
                        <a:rPr lang="en-US" sz="1400" dirty="0"/>
                        <a:t>T. Deberneh and I. Kim, “Prediction of type 2 diabetes based on machine learning algorithm,” </a:t>
                      </a:r>
                      <a:r>
                        <a:rPr lang="en-US" sz="1400" i="1" dirty="0"/>
                        <a:t>International Journal of Environmental Research and Public Health</a:t>
                      </a:r>
                      <a:r>
                        <a:rPr lang="en-US" sz="1400" dirty="0"/>
                        <a:t>, vol. 18, no. 6, pp. 1-16, 2021</a:t>
                      </a:r>
                      <a:r>
                        <a:rPr lang="en-US" sz="1400" dirty="0">
                          <a:latin typeface="Times New Roman" panose="02020603050405020304" pitchFamily="18" charset="0"/>
                          <a:cs typeface="Times New Roman" panose="02020603050405020304" pitchFamily="18" charset="0"/>
                        </a:rPr>
                        <a:t>.</a:t>
                      </a:r>
                    </a:p>
                    <a:p>
                      <a:pPr algn="just">
                        <a:lnSpc>
                          <a:spcPct val="115000"/>
                        </a:lnSpc>
                        <a:spcAft>
                          <a:spcPts val="800"/>
                        </a:spcAft>
                        <a:buNone/>
                      </a:pPr>
                      <a:endParaRPr lang="en-IN"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956124"/>
                  </a:ext>
                </a:extLst>
              </a:tr>
              <a:tr h="735280">
                <a:tc>
                  <a:txBody>
                    <a:bodyPr/>
                    <a:lstStyle/>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[3] </a:t>
                      </a:r>
                    </a:p>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800"/>
                        </a:spcAft>
                        <a:buNone/>
                      </a:pPr>
                      <a:r>
                        <a:rPr lang="en-US" sz="1400" dirty="0"/>
                        <a:t>P. Rajendra and S. Latifi, “Prediction of diabetes using machine learning and ensemble techniques,” </a:t>
                      </a:r>
                      <a:r>
                        <a:rPr lang="en-US" sz="1400" i="1" dirty="0"/>
                        <a:t>Smart Health</a:t>
                      </a:r>
                      <a:r>
                        <a:rPr lang="en-US" sz="1400" dirty="0"/>
                        <a:t>, vol. 24, pp. 100245, 2021</a:t>
                      </a:r>
                      <a:r>
                        <a:rPr lang="en-IN" sz="1400" dirty="0">
                          <a:latin typeface="Times New Roman" panose="02020603050405020304" pitchFamily="18" charset="0"/>
                          <a:cs typeface="Times New Roman" panose="02020603050405020304" pitchFamily="18" charset="0"/>
                        </a:rPr>
                        <a:t>.</a:t>
                      </a:r>
                    </a:p>
                    <a:p>
                      <a:pPr algn="just">
                        <a:lnSpc>
                          <a:spcPct val="115000"/>
                        </a:lnSpc>
                        <a:spcAft>
                          <a:spcPts val="800"/>
                        </a:spcAft>
                        <a:buNone/>
                      </a:pPr>
                      <a:endParaRPr lang="en-IN"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7429117"/>
                  </a:ext>
                </a:extLst>
              </a:tr>
              <a:tr h="797712">
                <a:tc>
                  <a:txBody>
                    <a:bodyPr/>
                    <a:lstStyle/>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[4] </a:t>
                      </a:r>
                    </a:p>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800"/>
                        </a:spcAft>
                        <a:buNone/>
                      </a:pPr>
                      <a:r>
                        <a:rPr lang="en-US" sz="1400" dirty="0"/>
                        <a:t>R. C. Poonia, S. Singh, M. A. Hossain, et al., “Chronic kidney disease prediction using machine learning techniques,” </a:t>
                      </a:r>
                      <a:r>
                        <a:rPr lang="en-US" sz="1400" i="1" dirty="0"/>
                        <a:t>Healthcare</a:t>
                      </a:r>
                      <a:r>
                        <a:rPr lang="en-US" sz="1400" dirty="0"/>
                        <a:t>, vol. 10, no. 2, pp. 371, 2022</a:t>
                      </a:r>
                      <a:r>
                        <a:rPr lang="en-US" sz="1400" dirty="0">
                          <a:latin typeface="Times New Roman" panose="02020603050405020304" pitchFamily="18" charset="0"/>
                          <a:cs typeface="Times New Roman" panose="02020603050405020304" pitchFamily="18" charset="0"/>
                        </a:rPr>
                        <a:t>.</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3626885"/>
                  </a:ext>
                </a:extLst>
              </a:tr>
              <a:tr h="516765">
                <a:tc>
                  <a:txBody>
                    <a:bodyPr/>
                    <a:lstStyle/>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[5] </a:t>
                      </a:r>
                    </a:p>
                    <a:p>
                      <a:pPr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800"/>
                        </a:spcAft>
                        <a:buNone/>
                      </a:pPr>
                      <a:r>
                        <a:rPr lang="en-US" sz="1400" dirty="0"/>
                        <a:t>Z. Ahmad, A. Rahim, N. Zubair, et al., “Heart disease prediction using machine learning techniques,” </a:t>
                      </a:r>
                      <a:r>
                        <a:rPr lang="en-US" sz="1400" i="1" dirty="0"/>
                        <a:t>Applied Sciences</a:t>
                      </a:r>
                      <a:r>
                        <a:rPr lang="en-US" sz="1400" dirty="0"/>
                        <a:t>, vol. 12, no. 15, pp. 7449, 2022</a:t>
                      </a:r>
                      <a:r>
                        <a:rPr lang="en-US" sz="1400" dirty="0">
                          <a:latin typeface="Times New Roman" panose="02020603050405020304" pitchFamily="18" charset="0"/>
                          <a:cs typeface="Times New Roman" panose="02020603050405020304" pitchFamily="18" charset="0"/>
                        </a:rPr>
                        <a:t>.</a:t>
                      </a:r>
                      <a:endParaRPr lang="en-IN"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6344927"/>
                  </a:ext>
                </a:extLst>
              </a:tr>
            </a:tbl>
          </a:graphicData>
        </a:graphic>
      </p:graphicFrame>
      <p:pic>
        <p:nvPicPr>
          <p:cNvPr id="3" name="Picture 2">
            <a:extLst>
              <a:ext uri="{FF2B5EF4-FFF2-40B4-BE49-F238E27FC236}">
                <a16:creationId xmlns:a16="http://schemas.microsoft.com/office/drawing/2014/main" id="{D6215D78-6061-B14C-7EB0-7B7B437A9D9F}"/>
              </a:ext>
            </a:extLst>
          </p:cNvPr>
          <p:cNvPicPr/>
          <p:nvPr/>
        </p:nvPicPr>
        <p:blipFill>
          <a:blip r:embed="rId2" cstate="print"/>
          <a:stretch/>
        </p:blipFill>
        <p:spPr>
          <a:xfrm>
            <a:off x="8173832" y="1890"/>
            <a:ext cx="970168" cy="913676"/>
          </a:xfrm>
          <a:prstGeom prst="rect">
            <a:avLst/>
          </a:prstGeom>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80C6B-BAD2-52FC-26A9-CD6366FE1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3AD02-5129-C8AE-51D0-21B6698696A2}"/>
              </a:ext>
            </a:extLst>
          </p:cNvPr>
          <p:cNvSpPr>
            <a:spLocks noGrp="1"/>
          </p:cNvSpPr>
          <p:nvPr>
            <p:ph type="title"/>
          </p:nvPr>
        </p:nvSpPr>
        <p:spPr>
          <a:xfrm>
            <a:off x="539552" y="265604"/>
            <a:ext cx="7634280" cy="553998"/>
          </a:xfrm>
        </p:spPr>
        <p:txBody>
          <a:bodyPr/>
          <a:lstStyle/>
          <a:p>
            <a:r>
              <a:rPr lang="en-IN" sz="2800" b="1" spc="-1" dirty="0">
                <a:solidFill>
                  <a:srgbClr val="572314"/>
                </a:solidFill>
                <a:latin typeface="Times New Roman" pitchFamily="18" charset="0"/>
                <a:ea typeface="+mn-ea"/>
                <a:cs typeface="Times New Roman" pitchFamily="18" charset="0"/>
              </a:rPr>
              <a:t>References</a:t>
            </a:r>
            <a:endParaRPr lang="en-US" sz="2800" b="1" spc="-1" dirty="0">
              <a:solidFill>
                <a:srgbClr val="572314"/>
              </a:solidFill>
              <a:latin typeface="Times New Roman" pitchFamily="18" charset="0"/>
              <a:ea typeface="+mn-ea"/>
              <a:cs typeface="Times New Roman" pitchFamily="18" charset="0"/>
            </a:endParaRPr>
          </a:p>
        </p:txBody>
      </p:sp>
      <p:graphicFrame>
        <p:nvGraphicFramePr>
          <p:cNvPr id="5" name="Table 4">
            <a:extLst>
              <a:ext uri="{FF2B5EF4-FFF2-40B4-BE49-F238E27FC236}">
                <a16:creationId xmlns:a16="http://schemas.microsoft.com/office/drawing/2014/main" id="{1D388577-8546-A5B2-CAA6-DF5BB9E29455}"/>
              </a:ext>
            </a:extLst>
          </p:cNvPr>
          <p:cNvGraphicFramePr>
            <a:graphicFrameLocks noGrp="1"/>
          </p:cNvGraphicFramePr>
          <p:nvPr>
            <p:extLst>
              <p:ext uri="{D42A27DB-BD31-4B8C-83A1-F6EECF244321}">
                <p14:modId xmlns:p14="http://schemas.microsoft.com/office/powerpoint/2010/main" val="2391987116"/>
              </p:ext>
            </p:extLst>
          </p:nvPr>
        </p:nvGraphicFramePr>
        <p:xfrm>
          <a:off x="620010" y="920478"/>
          <a:ext cx="7634280" cy="3883521"/>
        </p:xfrm>
        <a:graphic>
          <a:graphicData uri="http://schemas.openxmlformats.org/drawingml/2006/table">
            <a:tbl>
              <a:tblPr firstRow="1" firstCol="1" bandRow="1"/>
              <a:tblGrid>
                <a:gridCol w="509697">
                  <a:extLst>
                    <a:ext uri="{9D8B030D-6E8A-4147-A177-3AD203B41FA5}">
                      <a16:colId xmlns:a16="http://schemas.microsoft.com/office/drawing/2014/main" val="4143303669"/>
                    </a:ext>
                  </a:extLst>
                </a:gridCol>
                <a:gridCol w="7124583">
                  <a:extLst>
                    <a:ext uri="{9D8B030D-6E8A-4147-A177-3AD203B41FA5}">
                      <a16:colId xmlns:a16="http://schemas.microsoft.com/office/drawing/2014/main" val="2032625208"/>
                    </a:ext>
                  </a:extLst>
                </a:gridCol>
              </a:tblGrid>
              <a:tr h="976100">
                <a:tc>
                  <a:txBody>
                    <a:bodyPr/>
                    <a:lstStyle/>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[6] </a:t>
                      </a:r>
                    </a:p>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90000" algn="just">
                        <a:lnSpc>
                          <a:spcPct val="115000"/>
                        </a:lnSpc>
                        <a:spcAft>
                          <a:spcPts val="800"/>
                        </a:spcAft>
                        <a:buNone/>
                      </a:pPr>
                      <a:r>
                        <a:rPr lang="en-US" sz="1400" dirty="0"/>
                        <a:t>C. A. Hassan, M. A. Hossain, and M. R. Islam, “Coronary heart disease prediction using machine learning algorithms,” </a:t>
                      </a:r>
                      <a:r>
                        <a:rPr lang="en-US" sz="1400" i="1" dirty="0"/>
                        <a:t>Sensors</a:t>
                      </a:r>
                      <a:r>
                        <a:rPr lang="en-US" sz="1400" dirty="0"/>
                        <a:t>, vol. 22, no. 19, pp. 7227, 2022</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409745"/>
                  </a:ext>
                </a:extLst>
              </a:tr>
              <a:tr h="752476">
                <a:tc>
                  <a:txBody>
                    <a:bodyPr/>
                    <a:lstStyle/>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[7] </a:t>
                      </a:r>
                    </a:p>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90000" algn="just">
                        <a:lnSpc>
                          <a:spcPct val="115000"/>
                        </a:lnSpc>
                        <a:spcAft>
                          <a:spcPts val="800"/>
                        </a:spcAft>
                        <a:buNone/>
                      </a:pPr>
                      <a:r>
                        <a:rPr lang="en-US" sz="1400" dirty="0"/>
                        <a:t>M. M. Islam, M. Hasan, and M. S. Rahman, “Machine learning based chronic kidney disease prediction,” </a:t>
                      </a:r>
                      <a:r>
                        <a:rPr lang="en-US" sz="1400" i="1" dirty="0"/>
                        <a:t>Scientific Reports</a:t>
                      </a:r>
                      <a:r>
                        <a:rPr lang="en-US" sz="1400" dirty="0"/>
                        <a:t>, vol. 13, pp. 40717, 2023</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956124"/>
                  </a:ext>
                </a:extLst>
              </a:tr>
              <a:tr h="752476">
                <a:tc>
                  <a:txBody>
                    <a:bodyPr/>
                    <a:lstStyle/>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[8] </a:t>
                      </a:r>
                    </a:p>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90000" algn="just">
                        <a:lnSpc>
                          <a:spcPct val="115000"/>
                        </a:lnSpc>
                        <a:spcAft>
                          <a:spcPts val="800"/>
                        </a:spcAft>
                        <a:buNone/>
                      </a:pPr>
                      <a:r>
                        <a:rPr lang="en-US" sz="1400" dirty="0"/>
                        <a:t>S. Uddin, M. M. Rahman, and M. S. Islam, “Cardiovascular disease prediction using machine learning techniques,” </a:t>
                      </a:r>
                      <a:r>
                        <a:rPr lang="en-US" sz="1400" i="1" dirty="0"/>
                        <a:t>Smart Health</a:t>
                      </a:r>
                      <a:r>
                        <a:rPr lang="en-US" sz="1400" dirty="0"/>
                        <a:t>, vol. 29, pp. 100377, 2023</a:t>
                      </a:r>
                      <a:r>
                        <a:rPr lang="en-IN" sz="1400" kern="1200" dirty="0">
                          <a:solidFill>
                            <a:schemeClr val="tx1"/>
                          </a:solidFill>
                          <a:effectLst/>
                          <a:latin typeface="Times New Roman" panose="02020603050405020304" pitchFamily="18" charset="0"/>
                          <a:ea typeface="+mn-ea"/>
                          <a:cs typeface="Times New Roman" panose="02020603050405020304" pitchFamily="18" charset="0"/>
                        </a:rPr>
                        <a:t>.</a:t>
                      </a:r>
                      <a:endParaRPr lang="en-IN"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7429117"/>
                  </a:ext>
                </a:extLst>
              </a:tr>
              <a:tr h="816368">
                <a:tc>
                  <a:txBody>
                    <a:bodyPr/>
                    <a:lstStyle/>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[9] </a:t>
                      </a:r>
                    </a:p>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90000" algn="just">
                        <a:lnSpc>
                          <a:spcPct val="115000"/>
                        </a:lnSpc>
                        <a:spcAft>
                          <a:spcPts val="800"/>
                        </a:spcAft>
                        <a:buNone/>
                      </a:pPr>
                      <a:r>
                        <a:rPr lang="en-IN" sz="1400" dirty="0"/>
                        <a:t>T. Nguyen, H. Nguyen, and T. Pham, “Type-2 diabetes prediction using machine learning algorithms,” </a:t>
                      </a:r>
                      <a:r>
                        <a:rPr lang="en-IN" sz="1400" i="1" dirty="0"/>
                        <a:t>Diagnostics</a:t>
                      </a:r>
                      <a:r>
                        <a:rPr lang="en-IN" sz="1400" dirty="0"/>
                        <a:t>, vol. 13, no. 12, pp. 2087, 2023</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3626885"/>
                  </a:ext>
                </a:extLst>
              </a:tr>
              <a:tr h="586101">
                <a:tc>
                  <a:txBody>
                    <a:bodyPr/>
                    <a:lstStyle/>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[10] </a:t>
                      </a:r>
                    </a:p>
                    <a:p>
                      <a:pPr indent="-90000" algn="just">
                        <a:lnSpc>
                          <a:spcPct val="115000"/>
                        </a:lnSpc>
                        <a:spcAft>
                          <a:spcPts val="800"/>
                        </a:spcAft>
                        <a:buNone/>
                      </a:pPr>
                      <a:r>
                        <a:rPr lang="en-IN" sz="1400" kern="100" dirty="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90000" algn="just">
                        <a:lnSpc>
                          <a:spcPct val="115000"/>
                        </a:lnSpc>
                        <a:spcAft>
                          <a:spcPts val="800"/>
                        </a:spcAft>
                        <a:buNone/>
                      </a:pPr>
                      <a:r>
                        <a:rPr lang="en-IN" sz="1400" dirty="0"/>
                        <a:t>M. Alzboon, A. Alkhateeb, and M. </a:t>
                      </a:r>
                      <a:r>
                        <a:rPr lang="en-IN" sz="1400" dirty="0" err="1"/>
                        <a:t>Alzyoud</a:t>
                      </a:r>
                      <a:r>
                        <a:rPr lang="en-IN" sz="1400" dirty="0"/>
                        <a:t>, “Diabetes prediction using machine learning techniques,” </a:t>
                      </a:r>
                      <a:r>
                        <a:rPr lang="en-IN" sz="1400" i="1" dirty="0"/>
                        <a:t>arXiv preprint arXiv:2506.10180</a:t>
                      </a:r>
                      <a:r>
                        <a:rPr lang="en-IN" sz="1400" dirty="0"/>
                        <a:t>, 2025</a:t>
                      </a:r>
                      <a:r>
                        <a:rPr lang="en-IN" sz="1400" kern="1200" dirty="0">
                          <a:solidFill>
                            <a:schemeClr val="tx1"/>
                          </a:solidFill>
                          <a:effectLst/>
                          <a:latin typeface="Times New Roman" panose="02020603050405020304" pitchFamily="18" charset="0"/>
                          <a:ea typeface="+mn-ea"/>
                          <a:cs typeface="Times New Roman" panose="02020603050405020304" pitchFamily="18" charset="0"/>
                        </a:rPr>
                        <a:t>.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6344927"/>
                  </a:ext>
                </a:extLst>
              </a:tr>
            </a:tbl>
          </a:graphicData>
        </a:graphic>
      </p:graphicFrame>
      <p:pic>
        <p:nvPicPr>
          <p:cNvPr id="3" name="Picture 2">
            <a:extLst>
              <a:ext uri="{FF2B5EF4-FFF2-40B4-BE49-F238E27FC236}">
                <a16:creationId xmlns:a16="http://schemas.microsoft.com/office/drawing/2014/main" id="{B75F7D56-7FDE-0090-CD9E-133DAE3A4163}"/>
              </a:ext>
            </a:extLst>
          </p:cNvPr>
          <p:cNvPicPr/>
          <p:nvPr/>
        </p:nvPicPr>
        <p:blipFill>
          <a:blip r:embed="rId2" cstate="print"/>
          <a:stretch/>
        </p:blipFill>
        <p:spPr>
          <a:xfrm>
            <a:off x="8173832" y="0"/>
            <a:ext cx="970168" cy="913676"/>
          </a:xfrm>
          <a:prstGeom prst="rect">
            <a:avLst/>
          </a:prstGeom>
          <a:ln>
            <a:noFill/>
          </a:ln>
        </p:spPr>
      </p:pic>
    </p:spTree>
    <p:extLst>
      <p:ext uri="{BB962C8B-B14F-4D97-AF65-F5344CB8AC3E}">
        <p14:creationId xmlns:p14="http://schemas.microsoft.com/office/powerpoint/2010/main" val="2113032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Shape 1"/>
          <p:cNvSpPr txBox="1"/>
          <p:nvPr/>
        </p:nvSpPr>
        <p:spPr>
          <a:xfrm>
            <a:off x="1435680" y="206010"/>
            <a:ext cx="7497720" cy="856980"/>
          </a:xfrm>
          <a:prstGeom prst="rect">
            <a:avLst/>
          </a:prstGeom>
          <a:noFill/>
          <a:ln>
            <a:noFill/>
          </a:ln>
        </p:spPr>
        <p:txBody>
          <a:bodyPr lIns="90000" tIns="45000" rIns="90000" bIns="45000" anchor="ctr">
            <a:noAutofit/>
          </a:bodyPr>
          <a:lstStyle/>
          <a:p>
            <a:endParaRPr lang="en-US" sz="1800" b="0" strike="noStrike" spc="-1" dirty="0">
              <a:solidFill>
                <a:srgbClr val="000000"/>
              </a:solidFill>
              <a:latin typeface="Gill Sans MT"/>
            </a:endParaRPr>
          </a:p>
        </p:txBody>
      </p:sp>
      <p:sp>
        <p:nvSpPr>
          <p:cNvPr id="125" name="TextShape 2"/>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087FA15C-8669-41A7-83ED-7B46D054D84B}" type="slidenum">
              <a:rPr lang="en-IN" sz="1200" b="0" strike="noStrike" spc="-1">
                <a:solidFill>
                  <a:srgbClr val="B5A989"/>
                </a:solidFill>
                <a:latin typeface="Gill Sans MT"/>
              </a:rPr>
              <a:pPr algn="ctr">
                <a:lnSpc>
                  <a:spcPct val="100000"/>
                </a:lnSpc>
              </a:pPr>
              <a:t>20</a:t>
            </a:fld>
            <a:endParaRPr lang="en-IN" sz="1200" b="0" strike="noStrike" spc="-1" dirty="0">
              <a:latin typeface="Times New Roman"/>
            </a:endParaRPr>
          </a:p>
        </p:txBody>
      </p:sp>
      <p:pic>
        <p:nvPicPr>
          <p:cNvPr id="126" name="Picture 2"/>
          <p:cNvPicPr/>
          <p:nvPr/>
        </p:nvPicPr>
        <p:blipFill>
          <a:blip r:embed="rId2" cstate="print"/>
          <a:stretch/>
        </p:blipFill>
        <p:spPr>
          <a:xfrm>
            <a:off x="1763640" y="1778220"/>
            <a:ext cx="6049800" cy="2215620"/>
          </a:xfrm>
          <a:prstGeom prst="rect">
            <a:avLst/>
          </a:prstGeom>
          <a:ln>
            <a:noFill/>
          </a:ln>
        </p:spPr>
      </p:pic>
    </p:spTree>
  </p:cSld>
  <p:clrMapOvr>
    <a:masterClrMapping/>
  </p:clrMapOvr>
</p:sld>
</file>

<file path=ppt/theme/_rels/theme6.xml.rels><?xml version="1.0" encoding="UTF-8" standalone="yes"?>
<Relationships xmlns="http://schemas.openxmlformats.org/package/2006/relationships"><Relationship Id="rId1" Type="http://schemas.openxmlformats.org/officeDocument/2006/relationships/image" Target="../media/image38.jpeg"/></Relationships>
</file>

<file path=ppt/theme/theme1.xml><?xml version="1.0" encoding="utf-8"?>
<a:theme xmlns:a="http://schemas.openxmlformats.org/drawingml/2006/main" name="Minimalist Aesthetics Business Plan XL by Slidesgo">
  <a:themeElements>
    <a:clrScheme name="Simple Light">
      <a:dk1>
        <a:srgbClr val="01083A"/>
      </a:dk1>
      <a:lt1>
        <a:srgbClr val="E5E8FF"/>
      </a:lt1>
      <a:dk2>
        <a:srgbClr val="B9C2FF"/>
      </a:dk2>
      <a:lt2>
        <a:srgbClr val="97A4FF"/>
      </a:lt2>
      <a:accent1>
        <a:srgbClr val="233294"/>
      </a:accent1>
      <a:accent2>
        <a:srgbClr val="FFFFFF"/>
      </a:accent2>
      <a:accent3>
        <a:srgbClr val="FFFFFF"/>
      </a:accent3>
      <a:accent4>
        <a:srgbClr val="FFFFFF"/>
      </a:accent4>
      <a:accent5>
        <a:srgbClr val="FFFFFF"/>
      </a:accent5>
      <a:accent6>
        <a:srgbClr val="FFFFFF"/>
      </a:accent6>
      <a:hlink>
        <a:srgbClr val="01083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Custom Design - PresentationGO">
  <a:themeElements>
    <a:clrScheme name="PGO-105">
      <a:dk1>
        <a:srgbClr val="2B323B"/>
      </a:dk1>
      <a:lt1>
        <a:sysClr val="window" lastClr="FFFFFF"/>
      </a:lt1>
      <a:dk2>
        <a:srgbClr val="5D686E"/>
      </a:dk2>
      <a:lt2>
        <a:srgbClr val="E7E6E6"/>
      </a:lt2>
      <a:accent1>
        <a:srgbClr val="33CAFF"/>
      </a:accent1>
      <a:accent2>
        <a:srgbClr val="4C8BFD"/>
      </a:accent2>
      <a:accent3>
        <a:srgbClr val="F6F7FC"/>
      </a:accent3>
      <a:accent4>
        <a:srgbClr val="BFCBD9"/>
      </a:accent4>
      <a:accent5>
        <a:srgbClr val="4C8BFD"/>
      </a:accent5>
      <a:accent6>
        <a:srgbClr val="4C8BFD"/>
      </a:accent6>
      <a:hlink>
        <a:srgbClr val="33CAFF"/>
      </a:hlink>
      <a:folHlink>
        <a:srgbClr val="33CAF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105_T_PGO_XXX-4_3" id="{12A9651B-B69D-4074-B168-9BA4D48989F5}" vid="{78B1EDBC-4A95-4303-94E3-B14C14EBEA23}"/>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105_T_PGO_XXX-4_3" id="{12A9651B-B69D-4074-B168-9BA4D48989F5}" vid="{8E044A80-51C6-4156-9123-ACBB6F9A67F4}"/>
    </a:ext>
  </a:extLst>
</a:theme>
</file>

<file path=ppt/theme/theme6.xml><?xml version="1.0" encoding="utf-8"?>
<a:theme xmlns:a="http://schemas.openxmlformats.org/drawingml/2006/main" name="Clar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Solstice</Template>
  <TotalTime>4563</TotalTime>
  <Words>2124</Words>
  <Application>Microsoft Office PowerPoint</Application>
  <PresentationFormat>On-screen Show (16:9)</PresentationFormat>
  <Paragraphs>282</Paragraphs>
  <Slides>20</Slides>
  <Notes>3</Notes>
  <HiddenSlides>0</HiddenSlides>
  <MMClips>0</MMClips>
  <ScaleCrop>false</ScaleCrop>
  <HeadingPairs>
    <vt:vector size="6" baseType="variant">
      <vt:variant>
        <vt:lpstr>Fonts Used</vt:lpstr>
      </vt:variant>
      <vt:variant>
        <vt:i4>18</vt:i4>
      </vt:variant>
      <vt:variant>
        <vt:lpstr>Theme</vt:lpstr>
      </vt:variant>
      <vt:variant>
        <vt:i4>6</vt:i4>
      </vt:variant>
      <vt:variant>
        <vt:lpstr>Slide Titles</vt:lpstr>
      </vt:variant>
      <vt:variant>
        <vt:i4>20</vt:i4>
      </vt:variant>
    </vt:vector>
  </HeadingPairs>
  <TitlesOfParts>
    <vt:vector size="44" baseType="lpstr">
      <vt:lpstr>Anaheim</vt:lpstr>
      <vt:lpstr>Aptos</vt:lpstr>
      <vt:lpstr>Arial</vt:lpstr>
      <vt:lpstr>Bahnschrift SemiBold</vt:lpstr>
      <vt:lpstr>Bebas Neue</vt:lpstr>
      <vt:lpstr>Calibri</vt:lpstr>
      <vt:lpstr>Calibri Light</vt:lpstr>
      <vt:lpstr>Cambria</vt:lpstr>
      <vt:lpstr>Cardo</vt:lpstr>
      <vt:lpstr>Gill Sans MT</vt:lpstr>
      <vt:lpstr>Josefin Sans</vt:lpstr>
      <vt:lpstr>Open Sans</vt:lpstr>
      <vt:lpstr>Proxima Nova</vt:lpstr>
      <vt:lpstr>Proxima Nova Semibold</vt:lpstr>
      <vt:lpstr>Quicksand</vt:lpstr>
      <vt:lpstr>Roboto Condensed Light</vt:lpstr>
      <vt:lpstr>Times New Roman</vt:lpstr>
      <vt:lpstr>Wingdings</vt:lpstr>
      <vt:lpstr>Minimalist Aesthetics Business Plan XL by Slidesgo</vt:lpstr>
      <vt:lpstr>Slidesgo Final Pages</vt:lpstr>
      <vt:lpstr>1_Slidesgo Final Pages</vt:lpstr>
      <vt:lpstr>1_Custom Design - PresentationGO</vt:lpstr>
      <vt:lpstr>Custom Design</vt:lpstr>
      <vt:lpstr>Clarity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SUBHOJEET SARKAR</dc:creator>
  <cp:lastModifiedBy>Priyansu Nayak</cp:lastModifiedBy>
  <cp:revision>122</cp:revision>
  <cp:lastPrinted>2026-05-22T04:58:23Z</cp:lastPrinted>
  <dcterms:created xsi:type="dcterms:W3CDTF">2023-04-24T05:50:18Z</dcterms:created>
  <dcterms:modified xsi:type="dcterms:W3CDTF">2026-05-27T13:25:16Z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8</vt:i4>
  </property>
</Properties>
</file>